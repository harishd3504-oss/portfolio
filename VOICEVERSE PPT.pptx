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240">
          <p15:clr>
            <a:srgbClr val="A4A3A4"/>
          </p15:clr>
        </p15:guide>
        <p15:guide id="2" pos="57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F3ED3A8-C1D9-4B17-A3D7-D1AAEBF691DB}" v="15" dt="2026-01-25T06:23:25.8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1" d="100"/>
          <a:sy n="31" d="100"/>
        </p:scale>
        <p:origin x="216" y="53"/>
      </p:cViewPr>
      <p:guideLst>
        <p:guide orient="horz" pos="3240"/>
        <p:guide pos="57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HANUSH RA" userId="d825b00f92d4f2cc" providerId="LiveId" clId="{004D9891-642E-40E4-921A-6F09043812AB}"/>
    <pc:docChg chg="undo custSel modSld">
      <pc:chgData name="DHANUSH RA" userId="d825b00f92d4f2cc" providerId="LiveId" clId="{004D9891-642E-40E4-921A-6F09043812AB}" dt="2026-01-25T06:29:48.524" v="384" actId="20577"/>
      <pc:docMkLst>
        <pc:docMk/>
      </pc:docMkLst>
      <pc:sldChg chg="modSp mod">
        <pc:chgData name="DHANUSH RA" userId="d825b00f92d4f2cc" providerId="LiveId" clId="{004D9891-642E-40E4-921A-6F09043812AB}" dt="2026-01-25T06:23:48.781" v="126" actId="113"/>
        <pc:sldMkLst>
          <pc:docMk/>
          <pc:sldMk cId="0" sldId="256"/>
        </pc:sldMkLst>
        <pc:spChg chg="mod">
          <ac:chgData name="DHANUSH RA" userId="d825b00f92d4f2cc" providerId="LiveId" clId="{004D9891-642E-40E4-921A-6F09043812AB}" dt="2026-01-25T06:23:33.444" v="122" actId="113"/>
          <ac:spMkLst>
            <pc:docMk/>
            <pc:sldMk cId="0" sldId="256"/>
            <ac:spMk id="55" creationId="{00000000-0000-0000-0000-000000000000}"/>
          </ac:spMkLst>
        </pc:spChg>
        <pc:spChg chg="mod">
          <ac:chgData name="DHANUSH RA" userId="d825b00f92d4f2cc" providerId="LiveId" clId="{004D9891-642E-40E4-921A-6F09043812AB}" dt="2026-01-25T06:23:44.225" v="125" actId="113"/>
          <ac:spMkLst>
            <pc:docMk/>
            <pc:sldMk cId="0" sldId="256"/>
            <ac:spMk id="56" creationId="{00000000-0000-0000-0000-000000000000}"/>
          </ac:spMkLst>
        </pc:spChg>
        <pc:spChg chg="mod">
          <ac:chgData name="DHANUSH RA" userId="d825b00f92d4f2cc" providerId="LiveId" clId="{004D9891-642E-40E4-921A-6F09043812AB}" dt="2026-01-25T06:23:48.781" v="126" actId="113"/>
          <ac:spMkLst>
            <pc:docMk/>
            <pc:sldMk cId="0" sldId="256"/>
            <ac:spMk id="57" creationId="{00000000-0000-0000-0000-000000000000}"/>
          </ac:spMkLst>
        </pc:spChg>
        <pc:spChg chg="mod">
          <ac:chgData name="DHANUSH RA" userId="d825b00f92d4f2cc" providerId="LiveId" clId="{004D9891-642E-40E4-921A-6F09043812AB}" dt="2026-01-25T06:23:38.601" v="124" actId="113"/>
          <ac:spMkLst>
            <pc:docMk/>
            <pc:sldMk cId="0" sldId="256"/>
            <ac:spMk id="59" creationId="{00000000-0000-0000-0000-000000000000}"/>
          </ac:spMkLst>
        </pc:spChg>
      </pc:sldChg>
      <pc:sldChg chg="delSp modSp mod">
        <pc:chgData name="DHANUSH RA" userId="d825b00f92d4f2cc" providerId="LiveId" clId="{004D9891-642E-40E4-921A-6F09043812AB}" dt="2026-01-25T06:29:48.524" v="384" actId="20577"/>
        <pc:sldMkLst>
          <pc:docMk/>
          <pc:sldMk cId="0" sldId="257"/>
        </pc:sldMkLst>
        <pc:spChg chg="del mod">
          <ac:chgData name="DHANUSH RA" userId="d825b00f92d4f2cc" providerId="LiveId" clId="{004D9891-642E-40E4-921A-6F09043812AB}" dt="2026-01-25T06:19:48.711" v="103"/>
          <ac:spMkLst>
            <pc:docMk/>
            <pc:sldMk cId="0" sldId="257"/>
            <ac:spMk id="67" creationId="{00000000-0000-0000-0000-000000000000}"/>
          </ac:spMkLst>
        </pc:spChg>
        <pc:spChg chg="mod">
          <ac:chgData name="DHANUSH RA" userId="d825b00f92d4f2cc" providerId="LiveId" clId="{004D9891-642E-40E4-921A-6F09043812AB}" dt="2026-01-25T06:27:08.600" v="208" actId="20577"/>
          <ac:spMkLst>
            <pc:docMk/>
            <pc:sldMk cId="0" sldId="257"/>
            <ac:spMk id="69" creationId="{00000000-0000-0000-0000-000000000000}"/>
          </ac:spMkLst>
        </pc:spChg>
        <pc:spChg chg="mod">
          <ac:chgData name="DHANUSH RA" userId="d825b00f92d4f2cc" providerId="LiveId" clId="{004D9891-642E-40E4-921A-6F09043812AB}" dt="2026-01-25T06:27:45.366" v="269" actId="20577"/>
          <ac:spMkLst>
            <pc:docMk/>
            <pc:sldMk cId="0" sldId="257"/>
            <ac:spMk id="70" creationId="{00000000-0000-0000-0000-000000000000}"/>
          </ac:spMkLst>
        </pc:spChg>
        <pc:spChg chg="mod">
          <ac:chgData name="DHANUSH RA" userId="d825b00f92d4f2cc" providerId="LiveId" clId="{004D9891-642E-40E4-921A-6F09043812AB}" dt="2026-01-25T06:28:14.145" v="328" actId="20577"/>
          <ac:spMkLst>
            <pc:docMk/>
            <pc:sldMk cId="0" sldId="257"/>
            <ac:spMk id="71" creationId="{00000000-0000-0000-0000-000000000000}"/>
          </ac:spMkLst>
        </pc:spChg>
        <pc:spChg chg="mod">
          <ac:chgData name="DHANUSH RA" userId="d825b00f92d4f2cc" providerId="LiveId" clId="{004D9891-642E-40E4-921A-6F09043812AB}" dt="2026-01-25T06:29:48.524" v="384" actId="20577"/>
          <ac:spMkLst>
            <pc:docMk/>
            <pc:sldMk cId="0" sldId="257"/>
            <ac:spMk id="72" creationId="{00000000-0000-0000-0000-000000000000}"/>
          </ac:spMkLst>
        </pc:spChg>
        <pc:spChg chg="mod">
          <ac:chgData name="DHANUSH RA" userId="d825b00f92d4f2cc" providerId="LiveId" clId="{004D9891-642E-40E4-921A-6F09043812AB}" dt="2026-01-25T06:24:24.340" v="129" actId="20577"/>
          <ac:spMkLst>
            <pc:docMk/>
            <pc:sldMk cId="0" sldId="257"/>
            <ac:spMk id="73" creationId="{00000000-0000-0000-0000-000000000000}"/>
          </ac:spMkLst>
        </pc:spChg>
        <pc:picChg chg="mod">
          <ac:chgData name="DHANUSH RA" userId="d825b00f92d4f2cc" providerId="LiveId" clId="{004D9891-642E-40E4-921A-6F09043812AB}" dt="2026-01-25T06:24:41.552" v="132" actId="1076"/>
          <ac:picMkLst>
            <pc:docMk/>
            <pc:sldMk cId="0" sldId="257"/>
            <ac:picMk id="65" creationId="{00000000-0000-0000-0000-000000000000}"/>
          </ac:picMkLst>
        </pc:picChg>
        <pc:picChg chg="mod">
          <ac:chgData name="DHANUSH RA" userId="d825b00f92d4f2cc" providerId="LiveId" clId="{004D9891-642E-40E4-921A-6F09043812AB}" dt="2026-01-25T06:25:17.491" v="137" actId="1076"/>
          <ac:picMkLst>
            <pc:docMk/>
            <pc:sldMk cId="0" sldId="257"/>
            <ac:picMk id="74" creationId="{00000000-0000-0000-0000-000000000000}"/>
          </ac:picMkLst>
        </pc:picChg>
        <pc:picChg chg="del">
          <ac:chgData name="DHANUSH RA" userId="d825b00f92d4f2cc" providerId="LiveId" clId="{004D9891-642E-40E4-921A-6F09043812AB}" dt="2026-01-25T06:24:19.531" v="127" actId="478"/>
          <ac:picMkLst>
            <pc:docMk/>
            <pc:sldMk cId="0" sldId="257"/>
            <ac:picMk id="75" creationId="{00000000-0000-0000-0000-000000000000}"/>
          </ac:picMkLst>
        </pc:picChg>
        <pc:picChg chg="mod">
          <ac:chgData name="DHANUSH RA" userId="d825b00f92d4f2cc" providerId="LiveId" clId="{004D9891-642E-40E4-921A-6F09043812AB}" dt="2026-01-25T06:24:27.761" v="130" actId="1076"/>
          <ac:picMkLst>
            <pc:docMk/>
            <pc:sldMk cId="0" sldId="257"/>
            <ac:picMk id="76" creationId="{00000000-0000-0000-0000-000000000000}"/>
          </ac:picMkLst>
        </pc:picChg>
        <pc:picChg chg="mod">
          <ac:chgData name="DHANUSH RA" userId="d825b00f92d4f2cc" providerId="LiveId" clId="{004D9891-642E-40E4-921A-6F09043812AB}" dt="2026-01-25T06:25:11.137" v="136" actId="1076"/>
          <ac:picMkLst>
            <pc:docMk/>
            <pc:sldMk cId="0" sldId="257"/>
            <ac:picMk id="77" creationId="{00000000-0000-0000-0000-000000000000}"/>
          </ac:picMkLst>
        </pc:picChg>
        <pc:picChg chg="mod">
          <ac:chgData name="DHANUSH RA" userId="d825b00f92d4f2cc" providerId="LiveId" clId="{004D9891-642E-40E4-921A-6F09043812AB}" dt="2026-01-25T06:25:07.415" v="135" actId="1076"/>
          <ac:picMkLst>
            <pc:docMk/>
            <pc:sldMk cId="0" sldId="257"/>
            <ac:picMk id="78" creationId="{00000000-0000-0000-0000-000000000000}"/>
          </ac:picMkLst>
        </pc:picChg>
      </pc:sldChg>
      <pc:sldChg chg="modSp mod">
        <pc:chgData name="DHANUSH RA" userId="d825b00f92d4f2cc" providerId="LiveId" clId="{004D9891-642E-40E4-921A-6F09043812AB}" dt="2026-01-25T06:12:16.459" v="4" actId="12"/>
        <pc:sldMkLst>
          <pc:docMk/>
          <pc:sldMk cId="0" sldId="258"/>
        </pc:sldMkLst>
        <pc:spChg chg="mod">
          <ac:chgData name="DHANUSH RA" userId="d825b00f92d4f2cc" providerId="LiveId" clId="{004D9891-642E-40E4-921A-6F09043812AB}" dt="2026-01-25T06:12:16.459" v="4" actId="12"/>
          <ac:spMkLst>
            <pc:docMk/>
            <pc:sldMk cId="0" sldId="258"/>
            <ac:spMk id="86" creationId="{00000000-0000-0000-0000-000000000000}"/>
          </ac:spMkLst>
        </pc:spChg>
      </pc:sldChg>
      <pc:sldChg chg="modSp mod modNotes">
        <pc:chgData name="DHANUSH RA" userId="d825b00f92d4f2cc" providerId="LiveId" clId="{004D9891-642E-40E4-921A-6F09043812AB}" dt="2026-01-25T06:12:52.062" v="6" actId="12"/>
        <pc:sldMkLst>
          <pc:docMk/>
          <pc:sldMk cId="0" sldId="259"/>
        </pc:sldMkLst>
        <pc:spChg chg="mod">
          <ac:chgData name="DHANUSH RA" userId="d825b00f92d4f2cc" providerId="LiveId" clId="{004D9891-642E-40E4-921A-6F09043812AB}" dt="2026-01-25T06:12:52.062" v="6" actId="12"/>
          <ac:spMkLst>
            <pc:docMk/>
            <pc:sldMk cId="0" sldId="259"/>
            <ac:spMk id="94" creationId="{00000000-0000-0000-0000-000000000000}"/>
          </ac:spMkLst>
        </pc:spChg>
      </pc:sldChg>
      <pc:sldChg chg="modSp mod modNotes">
        <pc:chgData name="DHANUSH RA" userId="d825b00f92d4f2cc" providerId="LiveId" clId="{004D9891-642E-40E4-921A-6F09043812AB}" dt="2026-01-25T06:15:05.328" v="8" actId="12"/>
        <pc:sldMkLst>
          <pc:docMk/>
          <pc:sldMk cId="0" sldId="260"/>
        </pc:sldMkLst>
        <pc:spChg chg="mod">
          <ac:chgData name="DHANUSH RA" userId="d825b00f92d4f2cc" providerId="LiveId" clId="{004D9891-642E-40E4-921A-6F09043812AB}" dt="2026-01-25T06:15:05.328" v="8" actId="12"/>
          <ac:spMkLst>
            <pc:docMk/>
            <pc:sldMk cId="0" sldId="260"/>
            <ac:spMk id="102" creationId="{00000000-0000-0000-0000-000000000000}"/>
          </ac:spMkLst>
        </pc:spChg>
      </pc:sldChg>
      <pc:sldChg chg="modSp modNotes">
        <pc:chgData name="DHANUSH RA" userId="d825b00f92d4f2cc" providerId="LiveId" clId="{004D9891-642E-40E4-921A-6F09043812AB}" dt="2026-01-25T06:15:20.065" v="9"/>
        <pc:sldMkLst>
          <pc:docMk/>
          <pc:sldMk cId="0" sldId="261"/>
        </pc:sldMkLst>
        <pc:spChg chg="mod">
          <ac:chgData name="DHANUSH RA" userId="d825b00f92d4f2cc" providerId="LiveId" clId="{004D9891-642E-40E4-921A-6F09043812AB}" dt="2026-01-25T06:15:20.065" v="9"/>
          <ac:spMkLst>
            <pc:docMk/>
            <pc:sldMk cId="0" sldId="261"/>
            <ac:spMk id="110" creationId="{00000000-0000-0000-0000-000000000000}"/>
          </ac:spMkLst>
        </pc:spChg>
      </pc:sldChg>
      <pc:sldChg chg="modSp mod modNotes">
        <pc:chgData name="DHANUSH RA" userId="d825b00f92d4f2cc" providerId="LiveId" clId="{004D9891-642E-40E4-921A-6F09043812AB}" dt="2026-01-25T06:19:09.010" v="99" actId="20577"/>
        <pc:sldMkLst>
          <pc:docMk/>
          <pc:sldMk cId="0" sldId="262"/>
        </pc:sldMkLst>
        <pc:spChg chg="mod">
          <ac:chgData name="DHANUSH RA" userId="d825b00f92d4f2cc" providerId="LiveId" clId="{004D9891-642E-40E4-921A-6F09043812AB}" dt="2026-01-25T06:19:09.010" v="99" actId="20577"/>
          <ac:spMkLst>
            <pc:docMk/>
            <pc:sldMk cId="0" sldId="262"/>
            <ac:spMk id="117" creationId="{00000000-0000-0000-0000-000000000000}"/>
          </ac:spMkLst>
        </pc:spChg>
        <pc:spChg chg="mod">
          <ac:chgData name="DHANUSH RA" userId="d825b00f92d4f2cc" providerId="LiveId" clId="{004D9891-642E-40E4-921A-6F09043812AB}" dt="2026-01-25T06:15:35.248" v="10"/>
          <ac:spMkLst>
            <pc:docMk/>
            <pc:sldMk cId="0" sldId="262"/>
            <ac:spMk id="118" creationId="{00000000-0000-0000-0000-000000000000}"/>
          </ac:spMkLst>
        </pc:spChg>
      </pc:sldChg>
      <pc:sldChg chg="modSp mod modNotes">
        <pc:chgData name="DHANUSH RA" userId="d825b00f92d4f2cc" providerId="LiveId" clId="{004D9891-642E-40E4-921A-6F09043812AB}" dt="2026-01-25T06:16:32.991" v="72"/>
        <pc:sldMkLst>
          <pc:docMk/>
          <pc:sldMk cId="0" sldId="263"/>
        </pc:sldMkLst>
        <pc:spChg chg="mod">
          <ac:chgData name="DHANUSH RA" userId="d825b00f92d4f2cc" providerId="LiveId" clId="{004D9891-642E-40E4-921A-6F09043812AB}" dt="2026-01-25T06:16:32.991" v="72"/>
          <ac:spMkLst>
            <pc:docMk/>
            <pc:sldMk cId="0" sldId="263"/>
            <ac:spMk id="126" creationId="{00000000-0000-0000-0000-000000000000}"/>
          </ac:spMkLst>
        </pc:spChg>
      </pc:sldChg>
      <pc:sldChg chg="modSp mod modNotes">
        <pc:chgData name="DHANUSH RA" userId="d825b00f92d4f2cc" providerId="LiveId" clId="{004D9891-642E-40E4-921A-6F09043812AB}" dt="2026-01-25T06:16:56.410" v="74" actId="12"/>
        <pc:sldMkLst>
          <pc:docMk/>
          <pc:sldMk cId="0" sldId="264"/>
        </pc:sldMkLst>
        <pc:spChg chg="mod">
          <ac:chgData name="DHANUSH RA" userId="d825b00f92d4f2cc" providerId="LiveId" clId="{004D9891-642E-40E4-921A-6F09043812AB}" dt="2026-01-25T06:16:56.410" v="74" actId="12"/>
          <ac:spMkLst>
            <pc:docMk/>
            <pc:sldMk cId="0" sldId="264"/>
            <ac:spMk id="134" creationId="{00000000-0000-0000-0000-000000000000}"/>
          </ac:spMkLst>
        </pc:spChg>
      </pc:sldChg>
      <pc:sldChg chg="modSp mod modNotes">
        <pc:chgData name="DHANUSH RA" userId="d825b00f92d4f2cc" providerId="LiveId" clId="{004D9891-642E-40E4-921A-6F09043812AB}" dt="2026-01-25T06:18:32.599" v="81" actId="1076"/>
        <pc:sldMkLst>
          <pc:docMk/>
          <pc:sldMk cId="0" sldId="265"/>
        </pc:sldMkLst>
        <pc:spChg chg="mod">
          <ac:chgData name="DHANUSH RA" userId="d825b00f92d4f2cc" providerId="LiveId" clId="{004D9891-642E-40E4-921A-6F09043812AB}" dt="2026-01-25T06:18:32.599" v="81" actId="1076"/>
          <ac:spMkLst>
            <pc:docMk/>
            <pc:sldMk cId="0" sldId="265"/>
            <ac:spMk id="14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1e69a032673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3" name="Google Shape;63;g1e69a032673_0_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 name="Google Shape;90;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8" name="Google Shape;98;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6" name="Google Shape;106;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4" name="Google Shape;114;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2" name="Google Shape;122;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0" name="Google Shape;130;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8" name="Google Shape;138;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6" name="Google Shape;14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2"/>
          <p:cNvSpPr txBox="1">
            <a:spLocks noGrp="1"/>
          </p:cNvSpPr>
          <p:nvPr>
            <p:ph type="ctrTitle"/>
          </p:nvPr>
        </p:nvSpPr>
        <p:spPr>
          <a:xfrm>
            <a:off x="623417" y="1489150"/>
            <a:ext cx="17041200" cy="4105200"/>
          </a:xfrm>
          <a:prstGeom prst="rect">
            <a:avLst/>
          </a:prstGeom>
          <a:noFill/>
          <a:ln>
            <a:noFill/>
          </a:ln>
        </p:spPr>
        <p:txBody>
          <a:bodyPr spcFirstLastPara="1" wrap="square" lIns="182850" tIns="182850" rIns="182850" bIns="182850" anchor="b" anchorCtr="0">
            <a:normAutofit/>
          </a:bodyPr>
          <a:lstStyle>
            <a:lvl1pPr lvl="0" algn="ctr">
              <a:lnSpc>
                <a:spcPct val="100000"/>
              </a:lnSpc>
              <a:spcBef>
                <a:spcPts val="0"/>
              </a:spcBef>
              <a:spcAft>
                <a:spcPts val="0"/>
              </a:spcAft>
              <a:buSzPts val="10400"/>
              <a:buNone/>
              <a:defRPr sz="10400"/>
            </a:lvl1pPr>
            <a:lvl2pPr lvl="1" algn="ctr">
              <a:lnSpc>
                <a:spcPct val="100000"/>
              </a:lnSpc>
              <a:spcBef>
                <a:spcPts val="0"/>
              </a:spcBef>
              <a:spcAft>
                <a:spcPts val="0"/>
              </a:spcAft>
              <a:buSzPts val="10400"/>
              <a:buNone/>
              <a:defRPr sz="10400"/>
            </a:lvl2pPr>
            <a:lvl3pPr lvl="2" algn="ctr">
              <a:lnSpc>
                <a:spcPct val="100000"/>
              </a:lnSpc>
              <a:spcBef>
                <a:spcPts val="0"/>
              </a:spcBef>
              <a:spcAft>
                <a:spcPts val="0"/>
              </a:spcAft>
              <a:buSzPts val="10400"/>
              <a:buNone/>
              <a:defRPr sz="10400"/>
            </a:lvl3pPr>
            <a:lvl4pPr lvl="3" algn="ctr">
              <a:lnSpc>
                <a:spcPct val="100000"/>
              </a:lnSpc>
              <a:spcBef>
                <a:spcPts val="0"/>
              </a:spcBef>
              <a:spcAft>
                <a:spcPts val="0"/>
              </a:spcAft>
              <a:buSzPts val="10400"/>
              <a:buNone/>
              <a:defRPr sz="10400"/>
            </a:lvl4pPr>
            <a:lvl5pPr lvl="4" algn="ctr">
              <a:lnSpc>
                <a:spcPct val="100000"/>
              </a:lnSpc>
              <a:spcBef>
                <a:spcPts val="0"/>
              </a:spcBef>
              <a:spcAft>
                <a:spcPts val="0"/>
              </a:spcAft>
              <a:buSzPts val="10400"/>
              <a:buNone/>
              <a:defRPr sz="10400"/>
            </a:lvl5pPr>
            <a:lvl6pPr lvl="5" algn="ctr">
              <a:lnSpc>
                <a:spcPct val="100000"/>
              </a:lnSpc>
              <a:spcBef>
                <a:spcPts val="0"/>
              </a:spcBef>
              <a:spcAft>
                <a:spcPts val="0"/>
              </a:spcAft>
              <a:buSzPts val="10400"/>
              <a:buNone/>
              <a:defRPr sz="10400"/>
            </a:lvl6pPr>
            <a:lvl7pPr lvl="6" algn="ctr">
              <a:lnSpc>
                <a:spcPct val="100000"/>
              </a:lnSpc>
              <a:spcBef>
                <a:spcPts val="0"/>
              </a:spcBef>
              <a:spcAft>
                <a:spcPts val="0"/>
              </a:spcAft>
              <a:buSzPts val="10400"/>
              <a:buNone/>
              <a:defRPr sz="10400"/>
            </a:lvl7pPr>
            <a:lvl8pPr lvl="7" algn="ctr">
              <a:lnSpc>
                <a:spcPct val="100000"/>
              </a:lnSpc>
              <a:spcBef>
                <a:spcPts val="0"/>
              </a:spcBef>
              <a:spcAft>
                <a:spcPts val="0"/>
              </a:spcAft>
              <a:buSzPts val="10400"/>
              <a:buNone/>
              <a:defRPr sz="10400"/>
            </a:lvl8pPr>
            <a:lvl9pPr lvl="8" algn="ctr">
              <a:lnSpc>
                <a:spcPct val="100000"/>
              </a:lnSpc>
              <a:spcBef>
                <a:spcPts val="0"/>
              </a:spcBef>
              <a:spcAft>
                <a:spcPts val="0"/>
              </a:spcAft>
              <a:buSzPts val="10400"/>
              <a:buNone/>
              <a:defRPr sz="10400"/>
            </a:lvl9pPr>
          </a:lstStyle>
          <a:p>
            <a:endParaRPr/>
          </a:p>
        </p:txBody>
      </p:sp>
      <p:sp>
        <p:nvSpPr>
          <p:cNvPr id="11" name="Google Shape;11;p12"/>
          <p:cNvSpPr txBox="1">
            <a:spLocks noGrp="1"/>
          </p:cNvSpPr>
          <p:nvPr>
            <p:ph type="subTitle" idx="1"/>
          </p:nvPr>
        </p:nvSpPr>
        <p:spPr>
          <a:xfrm>
            <a:off x="623400" y="5668250"/>
            <a:ext cx="17041200" cy="1585200"/>
          </a:xfrm>
          <a:prstGeom prst="rect">
            <a:avLst/>
          </a:prstGeom>
          <a:noFill/>
          <a:ln>
            <a:noFill/>
          </a:ln>
        </p:spPr>
        <p:txBody>
          <a:bodyPr spcFirstLastPara="1" wrap="square" lIns="182850" tIns="182850" rIns="182850" bIns="182850" anchor="t" anchorCtr="0">
            <a:normAutofit/>
          </a:bodyPr>
          <a:lstStyle>
            <a:lvl1pPr lvl="0" algn="ctr">
              <a:lnSpc>
                <a:spcPct val="100000"/>
              </a:lnSpc>
              <a:spcBef>
                <a:spcPts val="0"/>
              </a:spcBef>
              <a:spcAft>
                <a:spcPts val="0"/>
              </a:spcAft>
              <a:buSzPts val="5600"/>
              <a:buNone/>
              <a:defRPr sz="56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a:endParaRPr/>
          </a:p>
        </p:txBody>
      </p:sp>
      <p:sp>
        <p:nvSpPr>
          <p:cNvPr id="12" name="Google Shape;12;p12"/>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13"/>
          <p:cNvSpPr txBox="1">
            <a:spLocks noGrp="1"/>
          </p:cNvSpPr>
          <p:nvPr>
            <p:ph type="title"/>
          </p:nvPr>
        </p:nvSpPr>
        <p:spPr>
          <a:xfrm>
            <a:off x="623400" y="890050"/>
            <a:ext cx="17041200" cy="1145400"/>
          </a:xfrm>
          <a:prstGeom prst="rect">
            <a:avLst/>
          </a:prstGeom>
          <a:noFill/>
          <a:ln>
            <a:noFill/>
          </a:ln>
        </p:spPr>
        <p:txBody>
          <a:bodyPr spcFirstLastPara="1" wrap="square" lIns="182850" tIns="182850" rIns="182850" bIns="182850" anchor="t" anchorCtr="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a:endParaRPr/>
          </a:p>
        </p:txBody>
      </p:sp>
      <p:sp>
        <p:nvSpPr>
          <p:cNvPr id="15" name="Google Shape;15;p13"/>
          <p:cNvSpPr txBox="1">
            <a:spLocks noGrp="1"/>
          </p:cNvSpPr>
          <p:nvPr>
            <p:ph type="body" idx="1"/>
          </p:nvPr>
        </p:nvSpPr>
        <p:spPr>
          <a:xfrm>
            <a:off x="623400" y="2304950"/>
            <a:ext cx="17041200" cy="6832800"/>
          </a:xfrm>
          <a:prstGeom prst="rect">
            <a:avLst/>
          </a:prstGeom>
          <a:noFill/>
          <a:ln>
            <a:noFill/>
          </a:ln>
        </p:spPr>
        <p:txBody>
          <a:bodyPr spcFirstLastPara="1" wrap="square" lIns="182850" tIns="182850" rIns="182850" bIns="182850" anchor="t" anchorCtr="0">
            <a:normAutofit/>
          </a:bodyPr>
          <a:lstStyle>
            <a:lvl1pPr marL="457200" lvl="0" indent="-457200" algn="l">
              <a:lnSpc>
                <a:spcPct val="115000"/>
              </a:lnSpc>
              <a:spcBef>
                <a:spcPts val="0"/>
              </a:spcBef>
              <a:spcAft>
                <a:spcPts val="0"/>
              </a:spcAft>
              <a:buSzPts val="3600"/>
              <a:buChar char="●"/>
              <a:defRPr/>
            </a:lvl1pPr>
            <a:lvl2pPr marL="914400" lvl="1" indent="-406400" algn="l">
              <a:lnSpc>
                <a:spcPct val="115000"/>
              </a:lnSpc>
              <a:spcBef>
                <a:spcPts val="0"/>
              </a:spcBef>
              <a:spcAft>
                <a:spcPts val="0"/>
              </a:spcAft>
              <a:buSzPts val="2800"/>
              <a:buChar char="○"/>
              <a:defRPr/>
            </a:lvl2pPr>
            <a:lvl3pPr marL="1371600" lvl="2" indent="-406400" algn="l">
              <a:lnSpc>
                <a:spcPct val="115000"/>
              </a:lnSpc>
              <a:spcBef>
                <a:spcPts val="0"/>
              </a:spcBef>
              <a:spcAft>
                <a:spcPts val="0"/>
              </a:spcAft>
              <a:buSzPts val="2800"/>
              <a:buChar char="■"/>
              <a:defRPr/>
            </a:lvl3pPr>
            <a:lvl4pPr marL="1828800" lvl="3" indent="-406400" algn="l">
              <a:lnSpc>
                <a:spcPct val="115000"/>
              </a:lnSpc>
              <a:spcBef>
                <a:spcPts val="0"/>
              </a:spcBef>
              <a:spcAft>
                <a:spcPts val="0"/>
              </a:spcAft>
              <a:buSzPts val="2800"/>
              <a:buChar char="●"/>
              <a:defRPr/>
            </a:lvl4pPr>
            <a:lvl5pPr marL="2286000" lvl="4" indent="-406400" algn="l">
              <a:lnSpc>
                <a:spcPct val="115000"/>
              </a:lnSpc>
              <a:spcBef>
                <a:spcPts val="0"/>
              </a:spcBef>
              <a:spcAft>
                <a:spcPts val="0"/>
              </a:spcAft>
              <a:buSzPts val="2800"/>
              <a:buChar char="○"/>
              <a:defRPr/>
            </a:lvl5pPr>
            <a:lvl6pPr marL="2743200" lvl="5" indent="-406400" algn="l">
              <a:lnSpc>
                <a:spcPct val="115000"/>
              </a:lnSpc>
              <a:spcBef>
                <a:spcPts val="0"/>
              </a:spcBef>
              <a:spcAft>
                <a:spcPts val="0"/>
              </a:spcAft>
              <a:buSzPts val="2800"/>
              <a:buChar char="■"/>
              <a:defRPr/>
            </a:lvl6pPr>
            <a:lvl7pPr marL="3200400" lvl="6" indent="-406400" algn="l">
              <a:lnSpc>
                <a:spcPct val="115000"/>
              </a:lnSpc>
              <a:spcBef>
                <a:spcPts val="0"/>
              </a:spcBef>
              <a:spcAft>
                <a:spcPts val="0"/>
              </a:spcAft>
              <a:buSzPts val="2800"/>
              <a:buChar char="●"/>
              <a:defRPr/>
            </a:lvl7pPr>
            <a:lvl8pPr marL="3657600" lvl="7" indent="-406400" algn="l">
              <a:lnSpc>
                <a:spcPct val="115000"/>
              </a:lnSpc>
              <a:spcBef>
                <a:spcPts val="0"/>
              </a:spcBef>
              <a:spcAft>
                <a:spcPts val="0"/>
              </a:spcAft>
              <a:buSzPts val="2800"/>
              <a:buChar char="○"/>
              <a:defRPr/>
            </a:lvl8pPr>
            <a:lvl9pPr marL="4114800" lvl="8" indent="-406400" algn="l">
              <a:lnSpc>
                <a:spcPct val="115000"/>
              </a:lnSpc>
              <a:spcBef>
                <a:spcPts val="0"/>
              </a:spcBef>
              <a:spcAft>
                <a:spcPts val="0"/>
              </a:spcAft>
              <a:buSzPts val="2800"/>
              <a:buChar char="■"/>
              <a:defRPr/>
            </a:lvl9pPr>
          </a:lstStyle>
          <a:p>
            <a:endParaRPr/>
          </a:p>
        </p:txBody>
      </p:sp>
      <p:sp>
        <p:nvSpPr>
          <p:cNvPr id="16" name="Google Shape;16;p13"/>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14"/>
          <p:cNvSpPr txBox="1">
            <a:spLocks noGrp="1"/>
          </p:cNvSpPr>
          <p:nvPr>
            <p:ph type="title"/>
          </p:nvPr>
        </p:nvSpPr>
        <p:spPr>
          <a:xfrm>
            <a:off x="623400" y="4301700"/>
            <a:ext cx="17041200" cy="1683600"/>
          </a:xfrm>
          <a:prstGeom prst="rect">
            <a:avLst/>
          </a:prstGeom>
          <a:noFill/>
          <a:ln>
            <a:noFill/>
          </a:ln>
        </p:spPr>
        <p:txBody>
          <a:bodyPr spcFirstLastPara="1" wrap="square" lIns="182850" tIns="182850" rIns="182850" bIns="182850" anchor="ctr" anchorCtr="0">
            <a:normAutofit/>
          </a:bodyPr>
          <a:lstStyle>
            <a:lvl1pPr lvl="0" algn="ctr">
              <a:lnSpc>
                <a:spcPct val="100000"/>
              </a:lnSpc>
              <a:spcBef>
                <a:spcPts val="0"/>
              </a:spcBef>
              <a:spcAft>
                <a:spcPts val="0"/>
              </a:spcAft>
              <a:buSzPts val="7200"/>
              <a:buNone/>
              <a:defRPr sz="7200"/>
            </a:lvl1pPr>
            <a:lvl2pPr lvl="1" algn="ctr">
              <a:lnSpc>
                <a:spcPct val="100000"/>
              </a:lnSpc>
              <a:spcBef>
                <a:spcPts val="0"/>
              </a:spcBef>
              <a:spcAft>
                <a:spcPts val="0"/>
              </a:spcAft>
              <a:buSzPts val="7200"/>
              <a:buNone/>
              <a:defRPr sz="7200"/>
            </a:lvl2pPr>
            <a:lvl3pPr lvl="2" algn="ctr">
              <a:lnSpc>
                <a:spcPct val="100000"/>
              </a:lnSpc>
              <a:spcBef>
                <a:spcPts val="0"/>
              </a:spcBef>
              <a:spcAft>
                <a:spcPts val="0"/>
              </a:spcAft>
              <a:buSzPts val="7200"/>
              <a:buNone/>
              <a:defRPr sz="7200"/>
            </a:lvl3pPr>
            <a:lvl4pPr lvl="3" algn="ctr">
              <a:lnSpc>
                <a:spcPct val="100000"/>
              </a:lnSpc>
              <a:spcBef>
                <a:spcPts val="0"/>
              </a:spcBef>
              <a:spcAft>
                <a:spcPts val="0"/>
              </a:spcAft>
              <a:buSzPts val="7200"/>
              <a:buNone/>
              <a:defRPr sz="7200"/>
            </a:lvl4pPr>
            <a:lvl5pPr lvl="4" algn="ctr">
              <a:lnSpc>
                <a:spcPct val="100000"/>
              </a:lnSpc>
              <a:spcBef>
                <a:spcPts val="0"/>
              </a:spcBef>
              <a:spcAft>
                <a:spcPts val="0"/>
              </a:spcAft>
              <a:buSzPts val="7200"/>
              <a:buNone/>
              <a:defRPr sz="7200"/>
            </a:lvl5pPr>
            <a:lvl6pPr lvl="5" algn="ctr">
              <a:lnSpc>
                <a:spcPct val="100000"/>
              </a:lnSpc>
              <a:spcBef>
                <a:spcPts val="0"/>
              </a:spcBef>
              <a:spcAft>
                <a:spcPts val="0"/>
              </a:spcAft>
              <a:buSzPts val="7200"/>
              <a:buNone/>
              <a:defRPr sz="7200"/>
            </a:lvl6pPr>
            <a:lvl7pPr lvl="6" algn="ctr">
              <a:lnSpc>
                <a:spcPct val="100000"/>
              </a:lnSpc>
              <a:spcBef>
                <a:spcPts val="0"/>
              </a:spcBef>
              <a:spcAft>
                <a:spcPts val="0"/>
              </a:spcAft>
              <a:buSzPts val="7200"/>
              <a:buNone/>
              <a:defRPr sz="7200"/>
            </a:lvl7pPr>
            <a:lvl8pPr lvl="7" algn="ctr">
              <a:lnSpc>
                <a:spcPct val="100000"/>
              </a:lnSpc>
              <a:spcBef>
                <a:spcPts val="0"/>
              </a:spcBef>
              <a:spcAft>
                <a:spcPts val="0"/>
              </a:spcAft>
              <a:buSzPts val="7200"/>
              <a:buNone/>
              <a:defRPr sz="7200"/>
            </a:lvl8pPr>
            <a:lvl9pPr lvl="8" algn="ctr">
              <a:lnSpc>
                <a:spcPct val="100000"/>
              </a:lnSpc>
              <a:spcBef>
                <a:spcPts val="0"/>
              </a:spcBef>
              <a:spcAft>
                <a:spcPts val="0"/>
              </a:spcAft>
              <a:buSzPts val="7200"/>
              <a:buNone/>
              <a:defRPr sz="7200"/>
            </a:lvl9pPr>
          </a:lstStyle>
          <a:p>
            <a:endParaRPr/>
          </a:p>
        </p:txBody>
      </p:sp>
      <p:sp>
        <p:nvSpPr>
          <p:cNvPr id="19" name="Google Shape;19;p14"/>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15"/>
          <p:cNvSpPr txBox="1">
            <a:spLocks noGrp="1"/>
          </p:cNvSpPr>
          <p:nvPr>
            <p:ph type="title"/>
          </p:nvPr>
        </p:nvSpPr>
        <p:spPr>
          <a:xfrm>
            <a:off x="623400" y="890050"/>
            <a:ext cx="17041200" cy="1145400"/>
          </a:xfrm>
          <a:prstGeom prst="rect">
            <a:avLst/>
          </a:prstGeom>
          <a:noFill/>
          <a:ln>
            <a:noFill/>
          </a:ln>
        </p:spPr>
        <p:txBody>
          <a:bodyPr spcFirstLastPara="1" wrap="square" lIns="182850" tIns="182850" rIns="182850" bIns="182850" anchor="t" anchorCtr="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a:endParaRPr/>
          </a:p>
        </p:txBody>
      </p:sp>
      <p:sp>
        <p:nvSpPr>
          <p:cNvPr id="22" name="Google Shape;22;p15"/>
          <p:cNvSpPr txBox="1">
            <a:spLocks noGrp="1"/>
          </p:cNvSpPr>
          <p:nvPr>
            <p:ph type="body" idx="1"/>
          </p:nvPr>
        </p:nvSpPr>
        <p:spPr>
          <a:xfrm>
            <a:off x="623400" y="2304950"/>
            <a:ext cx="7999800" cy="6832800"/>
          </a:xfrm>
          <a:prstGeom prst="rect">
            <a:avLst/>
          </a:prstGeom>
          <a:noFill/>
          <a:ln>
            <a:noFill/>
          </a:ln>
        </p:spPr>
        <p:txBody>
          <a:bodyPr spcFirstLastPara="1" wrap="square" lIns="182850" tIns="182850" rIns="182850" bIns="182850" anchor="t" anchorCtr="0">
            <a:normAutofit/>
          </a:bodyPr>
          <a:lstStyle>
            <a:lvl1pPr marL="457200" lvl="0" indent="-406400" algn="l">
              <a:lnSpc>
                <a:spcPct val="115000"/>
              </a:lnSpc>
              <a:spcBef>
                <a:spcPts val="0"/>
              </a:spcBef>
              <a:spcAft>
                <a:spcPts val="0"/>
              </a:spcAft>
              <a:buSzPts val="2800"/>
              <a:buChar char="●"/>
              <a:defRPr sz="2800"/>
            </a:lvl1pPr>
            <a:lvl2pPr marL="914400" lvl="1" indent="-381000" algn="l">
              <a:lnSpc>
                <a:spcPct val="115000"/>
              </a:lnSpc>
              <a:spcBef>
                <a:spcPts val="0"/>
              </a:spcBef>
              <a:spcAft>
                <a:spcPts val="0"/>
              </a:spcAft>
              <a:buSzPts val="2400"/>
              <a:buChar char="○"/>
              <a:defRPr sz="2400"/>
            </a:lvl2pPr>
            <a:lvl3pPr marL="1371600" lvl="2" indent="-381000" algn="l">
              <a:lnSpc>
                <a:spcPct val="115000"/>
              </a:lnSpc>
              <a:spcBef>
                <a:spcPts val="0"/>
              </a:spcBef>
              <a:spcAft>
                <a:spcPts val="0"/>
              </a:spcAft>
              <a:buSzPts val="2400"/>
              <a:buChar char="■"/>
              <a:defRPr sz="2400"/>
            </a:lvl3pPr>
            <a:lvl4pPr marL="1828800" lvl="3" indent="-381000" algn="l">
              <a:lnSpc>
                <a:spcPct val="115000"/>
              </a:lnSpc>
              <a:spcBef>
                <a:spcPts val="0"/>
              </a:spcBef>
              <a:spcAft>
                <a:spcPts val="0"/>
              </a:spcAft>
              <a:buSzPts val="2400"/>
              <a:buChar char="●"/>
              <a:defRPr sz="2400"/>
            </a:lvl4pPr>
            <a:lvl5pPr marL="2286000" lvl="4" indent="-381000" algn="l">
              <a:lnSpc>
                <a:spcPct val="115000"/>
              </a:lnSpc>
              <a:spcBef>
                <a:spcPts val="0"/>
              </a:spcBef>
              <a:spcAft>
                <a:spcPts val="0"/>
              </a:spcAft>
              <a:buSzPts val="2400"/>
              <a:buChar char="○"/>
              <a:defRPr sz="2400"/>
            </a:lvl5pPr>
            <a:lvl6pPr marL="2743200" lvl="5" indent="-381000" algn="l">
              <a:lnSpc>
                <a:spcPct val="115000"/>
              </a:lnSpc>
              <a:spcBef>
                <a:spcPts val="0"/>
              </a:spcBef>
              <a:spcAft>
                <a:spcPts val="0"/>
              </a:spcAft>
              <a:buSzPts val="2400"/>
              <a:buChar char="■"/>
              <a:defRPr sz="2400"/>
            </a:lvl6pPr>
            <a:lvl7pPr marL="3200400" lvl="6" indent="-381000" algn="l">
              <a:lnSpc>
                <a:spcPct val="115000"/>
              </a:lnSpc>
              <a:spcBef>
                <a:spcPts val="0"/>
              </a:spcBef>
              <a:spcAft>
                <a:spcPts val="0"/>
              </a:spcAft>
              <a:buSzPts val="2400"/>
              <a:buChar char="●"/>
              <a:defRPr sz="2400"/>
            </a:lvl7pPr>
            <a:lvl8pPr marL="3657600" lvl="7" indent="-381000" algn="l">
              <a:lnSpc>
                <a:spcPct val="115000"/>
              </a:lnSpc>
              <a:spcBef>
                <a:spcPts val="0"/>
              </a:spcBef>
              <a:spcAft>
                <a:spcPts val="0"/>
              </a:spcAft>
              <a:buSzPts val="2400"/>
              <a:buChar char="○"/>
              <a:defRPr sz="2400"/>
            </a:lvl8pPr>
            <a:lvl9pPr marL="4114800" lvl="8" indent="-381000" algn="l">
              <a:lnSpc>
                <a:spcPct val="115000"/>
              </a:lnSpc>
              <a:spcBef>
                <a:spcPts val="0"/>
              </a:spcBef>
              <a:spcAft>
                <a:spcPts val="0"/>
              </a:spcAft>
              <a:buSzPts val="2400"/>
              <a:buChar char="■"/>
              <a:defRPr sz="2400"/>
            </a:lvl9pPr>
          </a:lstStyle>
          <a:p>
            <a:endParaRPr/>
          </a:p>
        </p:txBody>
      </p:sp>
      <p:sp>
        <p:nvSpPr>
          <p:cNvPr id="23" name="Google Shape;23;p15"/>
          <p:cNvSpPr txBox="1">
            <a:spLocks noGrp="1"/>
          </p:cNvSpPr>
          <p:nvPr>
            <p:ph type="body" idx="2"/>
          </p:nvPr>
        </p:nvSpPr>
        <p:spPr>
          <a:xfrm>
            <a:off x="9664800" y="2304950"/>
            <a:ext cx="7999800" cy="6832800"/>
          </a:xfrm>
          <a:prstGeom prst="rect">
            <a:avLst/>
          </a:prstGeom>
          <a:noFill/>
          <a:ln>
            <a:noFill/>
          </a:ln>
        </p:spPr>
        <p:txBody>
          <a:bodyPr spcFirstLastPara="1" wrap="square" lIns="182850" tIns="182850" rIns="182850" bIns="182850" anchor="t" anchorCtr="0">
            <a:normAutofit/>
          </a:bodyPr>
          <a:lstStyle>
            <a:lvl1pPr marL="457200" lvl="0" indent="-406400" algn="l">
              <a:lnSpc>
                <a:spcPct val="115000"/>
              </a:lnSpc>
              <a:spcBef>
                <a:spcPts val="0"/>
              </a:spcBef>
              <a:spcAft>
                <a:spcPts val="0"/>
              </a:spcAft>
              <a:buSzPts val="2800"/>
              <a:buChar char="●"/>
              <a:defRPr sz="2800"/>
            </a:lvl1pPr>
            <a:lvl2pPr marL="914400" lvl="1" indent="-381000" algn="l">
              <a:lnSpc>
                <a:spcPct val="115000"/>
              </a:lnSpc>
              <a:spcBef>
                <a:spcPts val="0"/>
              </a:spcBef>
              <a:spcAft>
                <a:spcPts val="0"/>
              </a:spcAft>
              <a:buSzPts val="2400"/>
              <a:buChar char="○"/>
              <a:defRPr sz="2400"/>
            </a:lvl2pPr>
            <a:lvl3pPr marL="1371600" lvl="2" indent="-381000" algn="l">
              <a:lnSpc>
                <a:spcPct val="115000"/>
              </a:lnSpc>
              <a:spcBef>
                <a:spcPts val="0"/>
              </a:spcBef>
              <a:spcAft>
                <a:spcPts val="0"/>
              </a:spcAft>
              <a:buSzPts val="2400"/>
              <a:buChar char="■"/>
              <a:defRPr sz="2400"/>
            </a:lvl3pPr>
            <a:lvl4pPr marL="1828800" lvl="3" indent="-381000" algn="l">
              <a:lnSpc>
                <a:spcPct val="115000"/>
              </a:lnSpc>
              <a:spcBef>
                <a:spcPts val="0"/>
              </a:spcBef>
              <a:spcAft>
                <a:spcPts val="0"/>
              </a:spcAft>
              <a:buSzPts val="2400"/>
              <a:buChar char="●"/>
              <a:defRPr sz="2400"/>
            </a:lvl4pPr>
            <a:lvl5pPr marL="2286000" lvl="4" indent="-381000" algn="l">
              <a:lnSpc>
                <a:spcPct val="115000"/>
              </a:lnSpc>
              <a:spcBef>
                <a:spcPts val="0"/>
              </a:spcBef>
              <a:spcAft>
                <a:spcPts val="0"/>
              </a:spcAft>
              <a:buSzPts val="2400"/>
              <a:buChar char="○"/>
              <a:defRPr sz="2400"/>
            </a:lvl5pPr>
            <a:lvl6pPr marL="2743200" lvl="5" indent="-381000" algn="l">
              <a:lnSpc>
                <a:spcPct val="115000"/>
              </a:lnSpc>
              <a:spcBef>
                <a:spcPts val="0"/>
              </a:spcBef>
              <a:spcAft>
                <a:spcPts val="0"/>
              </a:spcAft>
              <a:buSzPts val="2400"/>
              <a:buChar char="■"/>
              <a:defRPr sz="2400"/>
            </a:lvl6pPr>
            <a:lvl7pPr marL="3200400" lvl="6" indent="-381000" algn="l">
              <a:lnSpc>
                <a:spcPct val="115000"/>
              </a:lnSpc>
              <a:spcBef>
                <a:spcPts val="0"/>
              </a:spcBef>
              <a:spcAft>
                <a:spcPts val="0"/>
              </a:spcAft>
              <a:buSzPts val="2400"/>
              <a:buChar char="●"/>
              <a:defRPr sz="2400"/>
            </a:lvl7pPr>
            <a:lvl8pPr marL="3657600" lvl="7" indent="-381000" algn="l">
              <a:lnSpc>
                <a:spcPct val="115000"/>
              </a:lnSpc>
              <a:spcBef>
                <a:spcPts val="0"/>
              </a:spcBef>
              <a:spcAft>
                <a:spcPts val="0"/>
              </a:spcAft>
              <a:buSzPts val="2400"/>
              <a:buChar char="○"/>
              <a:defRPr sz="2400"/>
            </a:lvl8pPr>
            <a:lvl9pPr marL="4114800" lvl="8" indent="-381000" algn="l">
              <a:lnSpc>
                <a:spcPct val="115000"/>
              </a:lnSpc>
              <a:spcBef>
                <a:spcPts val="0"/>
              </a:spcBef>
              <a:spcAft>
                <a:spcPts val="0"/>
              </a:spcAft>
              <a:buSzPts val="2400"/>
              <a:buChar char="■"/>
              <a:defRPr sz="2400"/>
            </a:lvl9pPr>
          </a:lstStyle>
          <a:p>
            <a:endParaRPr/>
          </a:p>
        </p:txBody>
      </p:sp>
      <p:sp>
        <p:nvSpPr>
          <p:cNvPr id="24" name="Google Shape;24;p15"/>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16"/>
          <p:cNvSpPr txBox="1">
            <a:spLocks noGrp="1"/>
          </p:cNvSpPr>
          <p:nvPr>
            <p:ph type="title"/>
          </p:nvPr>
        </p:nvSpPr>
        <p:spPr>
          <a:xfrm>
            <a:off x="623400" y="890050"/>
            <a:ext cx="17041200" cy="1145400"/>
          </a:xfrm>
          <a:prstGeom prst="rect">
            <a:avLst/>
          </a:prstGeom>
          <a:noFill/>
          <a:ln>
            <a:noFill/>
          </a:ln>
        </p:spPr>
        <p:txBody>
          <a:bodyPr spcFirstLastPara="1" wrap="square" lIns="182850" tIns="182850" rIns="182850" bIns="182850" anchor="t" anchorCtr="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a:endParaRPr/>
          </a:p>
        </p:txBody>
      </p:sp>
      <p:sp>
        <p:nvSpPr>
          <p:cNvPr id="27" name="Google Shape;27;p16"/>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17"/>
          <p:cNvSpPr txBox="1">
            <a:spLocks noGrp="1"/>
          </p:cNvSpPr>
          <p:nvPr>
            <p:ph type="title"/>
          </p:nvPr>
        </p:nvSpPr>
        <p:spPr>
          <a:xfrm>
            <a:off x="623400" y="1111200"/>
            <a:ext cx="5616000" cy="1511400"/>
          </a:xfrm>
          <a:prstGeom prst="rect">
            <a:avLst/>
          </a:prstGeom>
          <a:noFill/>
          <a:ln>
            <a:noFill/>
          </a:ln>
        </p:spPr>
        <p:txBody>
          <a:bodyPr spcFirstLastPara="1" wrap="square" lIns="182850" tIns="182850" rIns="182850" bIns="182850" anchor="b"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0" name="Google Shape;30;p17"/>
          <p:cNvSpPr txBox="1">
            <a:spLocks noGrp="1"/>
          </p:cNvSpPr>
          <p:nvPr>
            <p:ph type="body" idx="1"/>
          </p:nvPr>
        </p:nvSpPr>
        <p:spPr>
          <a:xfrm>
            <a:off x="623400" y="2779200"/>
            <a:ext cx="5616000" cy="6358800"/>
          </a:xfrm>
          <a:prstGeom prst="rect">
            <a:avLst/>
          </a:prstGeom>
          <a:noFill/>
          <a:ln>
            <a:noFill/>
          </a:ln>
        </p:spPr>
        <p:txBody>
          <a:bodyPr spcFirstLastPara="1" wrap="square" lIns="182850" tIns="182850" rIns="182850" bIns="182850" anchor="t" anchorCtr="0">
            <a:normAutofit/>
          </a:bodyPr>
          <a:lstStyle>
            <a:lvl1pPr marL="457200" lvl="0" indent="-381000" algn="l">
              <a:lnSpc>
                <a:spcPct val="115000"/>
              </a:lnSpc>
              <a:spcBef>
                <a:spcPts val="0"/>
              </a:spcBef>
              <a:spcAft>
                <a:spcPts val="0"/>
              </a:spcAft>
              <a:buSzPts val="2400"/>
              <a:buChar char="●"/>
              <a:defRPr sz="2400"/>
            </a:lvl1pPr>
            <a:lvl2pPr marL="914400" lvl="1" indent="-381000" algn="l">
              <a:lnSpc>
                <a:spcPct val="115000"/>
              </a:lnSpc>
              <a:spcBef>
                <a:spcPts val="0"/>
              </a:spcBef>
              <a:spcAft>
                <a:spcPts val="0"/>
              </a:spcAft>
              <a:buSzPts val="2400"/>
              <a:buChar char="○"/>
              <a:defRPr sz="2400"/>
            </a:lvl2pPr>
            <a:lvl3pPr marL="1371600" lvl="2" indent="-381000" algn="l">
              <a:lnSpc>
                <a:spcPct val="115000"/>
              </a:lnSpc>
              <a:spcBef>
                <a:spcPts val="0"/>
              </a:spcBef>
              <a:spcAft>
                <a:spcPts val="0"/>
              </a:spcAft>
              <a:buSzPts val="2400"/>
              <a:buChar char="■"/>
              <a:defRPr sz="2400"/>
            </a:lvl3pPr>
            <a:lvl4pPr marL="1828800" lvl="3" indent="-381000" algn="l">
              <a:lnSpc>
                <a:spcPct val="115000"/>
              </a:lnSpc>
              <a:spcBef>
                <a:spcPts val="0"/>
              </a:spcBef>
              <a:spcAft>
                <a:spcPts val="0"/>
              </a:spcAft>
              <a:buSzPts val="2400"/>
              <a:buChar char="●"/>
              <a:defRPr sz="2400"/>
            </a:lvl4pPr>
            <a:lvl5pPr marL="2286000" lvl="4" indent="-381000" algn="l">
              <a:lnSpc>
                <a:spcPct val="115000"/>
              </a:lnSpc>
              <a:spcBef>
                <a:spcPts val="0"/>
              </a:spcBef>
              <a:spcAft>
                <a:spcPts val="0"/>
              </a:spcAft>
              <a:buSzPts val="2400"/>
              <a:buChar char="○"/>
              <a:defRPr sz="2400"/>
            </a:lvl5pPr>
            <a:lvl6pPr marL="2743200" lvl="5" indent="-381000" algn="l">
              <a:lnSpc>
                <a:spcPct val="115000"/>
              </a:lnSpc>
              <a:spcBef>
                <a:spcPts val="0"/>
              </a:spcBef>
              <a:spcAft>
                <a:spcPts val="0"/>
              </a:spcAft>
              <a:buSzPts val="2400"/>
              <a:buChar char="■"/>
              <a:defRPr sz="2400"/>
            </a:lvl6pPr>
            <a:lvl7pPr marL="3200400" lvl="6" indent="-381000" algn="l">
              <a:lnSpc>
                <a:spcPct val="115000"/>
              </a:lnSpc>
              <a:spcBef>
                <a:spcPts val="0"/>
              </a:spcBef>
              <a:spcAft>
                <a:spcPts val="0"/>
              </a:spcAft>
              <a:buSzPts val="2400"/>
              <a:buChar char="●"/>
              <a:defRPr sz="2400"/>
            </a:lvl7pPr>
            <a:lvl8pPr marL="3657600" lvl="7" indent="-381000" algn="l">
              <a:lnSpc>
                <a:spcPct val="115000"/>
              </a:lnSpc>
              <a:spcBef>
                <a:spcPts val="0"/>
              </a:spcBef>
              <a:spcAft>
                <a:spcPts val="0"/>
              </a:spcAft>
              <a:buSzPts val="2400"/>
              <a:buChar char="○"/>
              <a:defRPr sz="2400"/>
            </a:lvl8pPr>
            <a:lvl9pPr marL="4114800" lvl="8" indent="-381000" algn="l">
              <a:lnSpc>
                <a:spcPct val="115000"/>
              </a:lnSpc>
              <a:spcBef>
                <a:spcPts val="0"/>
              </a:spcBef>
              <a:spcAft>
                <a:spcPts val="0"/>
              </a:spcAft>
              <a:buSzPts val="2400"/>
              <a:buChar char="■"/>
              <a:defRPr sz="2400"/>
            </a:lvl9pPr>
          </a:lstStyle>
          <a:p>
            <a:endParaRPr/>
          </a:p>
        </p:txBody>
      </p:sp>
      <p:sp>
        <p:nvSpPr>
          <p:cNvPr id="31" name="Google Shape;31;p17"/>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18"/>
          <p:cNvSpPr txBox="1">
            <a:spLocks noGrp="1"/>
          </p:cNvSpPr>
          <p:nvPr>
            <p:ph type="title"/>
          </p:nvPr>
        </p:nvSpPr>
        <p:spPr>
          <a:xfrm>
            <a:off x="980500" y="900300"/>
            <a:ext cx="12735600" cy="8181600"/>
          </a:xfrm>
          <a:prstGeom prst="rect">
            <a:avLst/>
          </a:prstGeom>
          <a:noFill/>
          <a:ln>
            <a:noFill/>
          </a:ln>
        </p:spPr>
        <p:txBody>
          <a:bodyPr spcFirstLastPara="1" wrap="square" lIns="182850" tIns="182850" rIns="182850" bIns="182850" anchor="ctr" anchorCtr="0">
            <a:normAutofit/>
          </a:bodyPr>
          <a:lstStyle>
            <a:lvl1pPr lvl="0" algn="l">
              <a:lnSpc>
                <a:spcPct val="100000"/>
              </a:lnSpc>
              <a:spcBef>
                <a:spcPts val="0"/>
              </a:spcBef>
              <a:spcAft>
                <a:spcPts val="0"/>
              </a:spcAft>
              <a:buSzPts val="9600"/>
              <a:buNone/>
              <a:defRPr sz="9600"/>
            </a:lvl1pPr>
            <a:lvl2pPr lvl="1" algn="l">
              <a:lnSpc>
                <a:spcPct val="100000"/>
              </a:lnSpc>
              <a:spcBef>
                <a:spcPts val="0"/>
              </a:spcBef>
              <a:spcAft>
                <a:spcPts val="0"/>
              </a:spcAft>
              <a:buSzPts val="9600"/>
              <a:buNone/>
              <a:defRPr sz="9600"/>
            </a:lvl2pPr>
            <a:lvl3pPr lvl="2" algn="l">
              <a:lnSpc>
                <a:spcPct val="100000"/>
              </a:lnSpc>
              <a:spcBef>
                <a:spcPts val="0"/>
              </a:spcBef>
              <a:spcAft>
                <a:spcPts val="0"/>
              </a:spcAft>
              <a:buSzPts val="9600"/>
              <a:buNone/>
              <a:defRPr sz="9600"/>
            </a:lvl3pPr>
            <a:lvl4pPr lvl="3" algn="l">
              <a:lnSpc>
                <a:spcPct val="100000"/>
              </a:lnSpc>
              <a:spcBef>
                <a:spcPts val="0"/>
              </a:spcBef>
              <a:spcAft>
                <a:spcPts val="0"/>
              </a:spcAft>
              <a:buSzPts val="9600"/>
              <a:buNone/>
              <a:defRPr sz="9600"/>
            </a:lvl4pPr>
            <a:lvl5pPr lvl="4" algn="l">
              <a:lnSpc>
                <a:spcPct val="100000"/>
              </a:lnSpc>
              <a:spcBef>
                <a:spcPts val="0"/>
              </a:spcBef>
              <a:spcAft>
                <a:spcPts val="0"/>
              </a:spcAft>
              <a:buSzPts val="9600"/>
              <a:buNone/>
              <a:defRPr sz="9600"/>
            </a:lvl5pPr>
            <a:lvl6pPr lvl="5" algn="l">
              <a:lnSpc>
                <a:spcPct val="100000"/>
              </a:lnSpc>
              <a:spcBef>
                <a:spcPts val="0"/>
              </a:spcBef>
              <a:spcAft>
                <a:spcPts val="0"/>
              </a:spcAft>
              <a:buSzPts val="9600"/>
              <a:buNone/>
              <a:defRPr sz="9600"/>
            </a:lvl6pPr>
            <a:lvl7pPr lvl="6" algn="l">
              <a:lnSpc>
                <a:spcPct val="100000"/>
              </a:lnSpc>
              <a:spcBef>
                <a:spcPts val="0"/>
              </a:spcBef>
              <a:spcAft>
                <a:spcPts val="0"/>
              </a:spcAft>
              <a:buSzPts val="9600"/>
              <a:buNone/>
              <a:defRPr sz="9600"/>
            </a:lvl7pPr>
            <a:lvl8pPr lvl="7" algn="l">
              <a:lnSpc>
                <a:spcPct val="100000"/>
              </a:lnSpc>
              <a:spcBef>
                <a:spcPts val="0"/>
              </a:spcBef>
              <a:spcAft>
                <a:spcPts val="0"/>
              </a:spcAft>
              <a:buSzPts val="9600"/>
              <a:buNone/>
              <a:defRPr sz="9600"/>
            </a:lvl8pPr>
            <a:lvl9pPr lvl="8" algn="l">
              <a:lnSpc>
                <a:spcPct val="100000"/>
              </a:lnSpc>
              <a:spcBef>
                <a:spcPts val="0"/>
              </a:spcBef>
              <a:spcAft>
                <a:spcPts val="0"/>
              </a:spcAft>
              <a:buSzPts val="9600"/>
              <a:buNone/>
              <a:defRPr sz="9600"/>
            </a:lvl9pPr>
          </a:lstStyle>
          <a:p>
            <a:endParaRPr/>
          </a:p>
        </p:txBody>
      </p:sp>
      <p:sp>
        <p:nvSpPr>
          <p:cNvPr id="34" name="Google Shape;34;p18"/>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19"/>
          <p:cNvSpPr/>
          <p:nvPr/>
        </p:nvSpPr>
        <p:spPr>
          <a:xfrm>
            <a:off x="9144000" y="-250"/>
            <a:ext cx="9144000" cy="10287000"/>
          </a:xfrm>
          <a:prstGeom prst="rect">
            <a:avLst/>
          </a:prstGeom>
          <a:solidFill>
            <a:schemeClr val="lt2"/>
          </a:solidFill>
          <a:ln>
            <a:noFill/>
          </a:ln>
        </p:spPr>
        <p:txBody>
          <a:bodyPr spcFirstLastPara="1" wrap="square" lIns="182850" tIns="182850" rIns="182850" bIns="1828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19"/>
          <p:cNvSpPr txBox="1">
            <a:spLocks noGrp="1"/>
          </p:cNvSpPr>
          <p:nvPr>
            <p:ph type="title"/>
          </p:nvPr>
        </p:nvSpPr>
        <p:spPr>
          <a:xfrm>
            <a:off x="531000" y="2466350"/>
            <a:ext cx="8090400" cy="2964600"/>
          </a:xfrm>
          <a:prstGeom prst="rect">
            <a:avLst/>
          </a:prstGeom>
          <a:noFill/>
          <a:ln>
            <a:noFill/>
          </a:ln>
        </p:spPr>
        <p:txBody>
          <a:bodyPr spcFirstLastPara="1" wrap="square" lIns="182850" tIns="182850" rIns="182850" bIns="182850" anchor="b" anchorCtr="0">
            <a:normAutofit/>
          </a:bodyPr>
          <a:lstStyle>
            <a:lvl1pPr lvl="0" algn="ctr">
              <a:lnSpc>
                <a:spcPct val="100000"/>
              </a:lnSpc>
              <a:spcBef>
                <a:spcPts val="0"/>
              </a:spcBef>
              <a:spcAft>
                <a:spcPts val="0"/>
              </a:spcAft>
              <a:buSzPts val="8400"/>
              <a:buNone/>
              <a:defRPr sz="8400"/>
            </a:lvl1pPr>
            <a:lvl2pPr lvl="1" algn="ctr">
              <a:lnSpc>
                <a:spcPct val="100000"/>
              </a:lnSpc>
              <a:spcBef>
                <a:spcPts val="0"/>
              </a:spcBef>
              <a:spcAft>
                <a:spcPts val="0"/>
              </a:spcAft>
              <a:buSzPts val="8400"/>
              <a:buNone/>
              <a:defRPr sz="8400"/>
            </a:lvl2pPr>
            <a:lvl3pPr lvl="2" algn="ctr">
              <a:lnSpc>
                <a:spcPct val="100000"/>
              </a:lnSpc>
              <a:spcBef>
                <a:spcPts val="0"/>
              </a:spcBef>
              <a:spcAft>
                <a:spcPts val="0"/>
              </a:spcAft>
              <a:buSzPts val="8400"/>
              <a:buNone/>
              <a:defRPr sz="8400"/>
            </a:lvl3pPr>
            <a:lvl4pPr lvl="3" algn="ctr">
              <a:lnSpc>
                <a:spcPct val="100000"/>
              </a:lnSpc>
              <a:spcBef>
                <a:spcPts val="0"/>
              </a:spcBef>
              <a:spcAft>
                <a:spcPts val="0"/>
              </a:spcAft>
              <a:buSzPts val="8400"/>
              <a:buNone/>
              <a:defRPr sz="8400"/>
            </a:lvl4pPr>
            <a:lvl5pPr lvl="4" algn="ctr">
              <a:lnSpc>
                <a:spcPct val="100000"/>
              </a:lnSpc>
              <a:spcBef>
                <a:spcPts val="0"/>
              </a:spcBef>
              <a:spcAft>
                <a:spcPts val="0"/>
              </a:spcAft>
              <a:buSzPts val="8400"/>
              <a:buNone/>
              <a:defRPr sz="8400"/>
            </a:lvl5pPr>
            <a:lvl6pPr lvl="5" algn="ctr">
              <a:lnSpc>
                <a:spcPct val="100000"/>
              </a:lnSpc>
              <a:spcBef>
                <a:spcPts val="0"/>
              </a:spcBef>
              <a:spcAft>
                <a:spcPts val="0"/>
              </a:spcAft>
              <a:buSzPts val="8400"/>
              <a:buNone/>
              <a:defRPr sz="8400"/>
            </a:lvl6pPr>
            <a:lvl7pPr lvl="6" algn="ctr">
              <a:lnSpc>
                <a:spcPct val="100000"/>
              </a:lnSpc>
              <a:spcBef>
                <a:spcPts val="0"/>
              </a:spcBef>
              <a:spcAft>
                <a:spcPts val="0"/>
              </a:spcAft>
              <a:buSzPts val="8400"/>
              <a:buNone/>
              <a:defRPr sz="8400"/>
            </a:lvl7pPr>
            <a:lvl8pPr lvl="7" algn="ctr">
              <a:lnSpc>
                <a:spcPct val="100000"/>
              </a:lnSpc>
              <a:spcBef>
                <a:spcPts val="0"/>
              </a:spcBef>
              <a:spcAft>
                <a:spcPts val="0"/>
              </a:spcAft>
              <a:buSzPts val="8400"/>
              <a:buNone/>
              <a:defRPr sz="8400"/>
            </a:lvl8pPr>
            <a:lvl9pPr lvl="8" algn="ctr">
              <a:lnSpc>
                <a:spcPct val="100000"/>
              </a:lnSpc>
              <a:spcBef>
                <a:spcPts val="0"/>
              </a:spcBef>
              <a:spcAft>
                <a:spcPts val="0"/>
              </a:spcAft>
              <a:buSzPts val="8400"/>
              <a:buNone/>
              <a:defRPr sz="8400"/>
            </a:lvl9pPr>
          </a:lstStyle>
          <a:p>
            <a:endParaRPr/>
          </a:p>
        </p:txBody>
      </p:sp>
      <p:sp>
        <p:nvSpPr>
          <p:cNvPr id="38" name="Google Shape;38;p19"/>
          <p:cNvSpPr txBox="1">
            <a:spLocks noGrp="1"/>
          </p:cNvSpPr>
          <p:nvPr>
            <p:ph type="subTitle" idx="1"/>
          </p:nvPr>
        </p:nvSpPr>
        <p:spPr>
          <a:xfrm>
            <a:off x="531000" y="5606150"/>
            <a:ext cx="8090400" cy="2470200"/>
          </a:xfrm>
          <a:prstGeom prst="rect">
            <a:avLst/>
          </a:prstGeom>
          <a:noFill/>
          <a:ln>
            <a:noFill/>
          </a:ln>
        </p:spPr>
        <p:txBody>
          <a:bodyPr spcFirstLastPara="1" wrap="square" lIns="182850" tIns="182850" rIns="182850" bIns="182850" anchor="t"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9" name="Google Shape;39;p19"/>
          <p:cNvSpPr txBox="1">
            <a:spLocks noGrp="1"/>
          </p:cNvSpPr>
          <p:nvPr>
            <p:ph type="body" idx="2"/>
          </p:nvPr>
        </p:nvSpPr>
        <p:spPr>
          <a:xfrm>
            <a:off x="9879000" y="1448150"/>
            <a:ext cx="7674000" cy="7390200"/>
          </a:xfrm>
          <a:prstGeom prst="rect">
            <a:avLst/>
          </a:prstGeom>
          <a:noFill/>
          <a:ln>
            <a:noFill/>
          </a:ln>
        </p:spPr>
        <p:txBody>
          <a:bodyPr spcFirstLastPara="1" wrap="square" lIns="182850" tIns="182850" rIns="182850" bIns="182850" anchor="ctr" anchorCtr="0">
            <a:normAutofit/>
          </a:bodyPr>
          <a:lstStyle>
            <a:lvl1pPr marL="457200" lvl="0" indent="-457200" algn="l">
              <a:lnSpc>
                <a:spcPct val="115000"/>
              </a:lnSpc>
              <a:spcBef>
                <a:spcPts val="0"/>
              </a:spcBef>
              <a:spcAft>
                <a:spcPts val="0"/>
              </a:spcAft>
              <a:buSzPts val="3600"/>
              <a:buChar char="●"/>
              <a:defRPr/>
            </a:lvl1pPr>
            <a:lvl2pPr marL="914400" lvl="1" indent="-406400" algn="l">
              <a:lnSpc>
                <a:spcPct val="115000"/>
              </a:lnSpc>
              <a:spcBef>
                <a:spcPts val="0"/>
              </a:spcBef>
              <a:spcAft>
                <a:spcPts val="0"/>
              </a:spcAft>
              <a:buSzPts val="2800"/>
              <a:buChar char="○"/>
              <a:defRPr/>
            </a:lvl2pPr>
            <a:lvl3pPr marL="1371600" lvl="2" indent="-406400" algn="l">
              <a:lnSpc>
                <a:spcPct val="115000"/>
              </a:lnSpc>
              <a:spcBef>
                <a:spcPts val="0"/>
              </a:spcBef>
              <a:spcAft>
                <a:spcPts val="0"/>
              </a:spcAft>
              <a:buSzPts val="2800"/>
              <a:buChar char="■"/>
              <a:defRPr/>
            </a:lvl3pPr>
            <a:lvl4pPr marL="1828800" lvl="3" indent="-406400" algn="l">
              <a:lnSpc>
                <a:spcPct val="115000"/>
              </a:lnSpc>
              <a:spcBef>
                <a:spcPts val="0"/>
              </a:spcBef>
              <a:spcAft>
                <a:spcPts val="0"/>
              </a:spcAft>
              <a:buSzPts val="2800"/>
              <a:buChar char="●"/>
              <a:defRPr/>
            </a:lvl4pPr>
            <a:lvl5pPr marL="2286000" lvl="4" indent="-406400" algn="l">
              <a:lnSpc>
                <a:spcPct val="115000"/>
              </a:lnSpc>
              <a:spcBef>
                <a:spcPts val="0"/>
              </a:spcBef>
              <a:spcAft>
                <a:spcPts val="0"/>
              </a:spcAft>
              <a:buSzPts val="2800"/>
              <a:buChar char="○"/>
              <a:defRPr/>
            </a:lvl5pPr>
            <a:lvl6pPr marL="2743200" lvl="5" indent="-406400" algn="l">
              <a:lnSpc>
                <a:spcPct val="115000"/>
              </a:lnSpc>
              <a:spcBef>
                <a:spcPts val="0"/>
              </a:spcBef>
              <a:spcAft>
                <a:spcPts val="0"/>
              </a:spcAft>
              <a:buSzPts val="2800"/>
              <a:buChar char="■"/>
              <a:defRPr/>
            </a:lvl6pPr>
            <a:lvl7pPr marL="3200400" lvl="6" indent="-406400" algn="l">
              <a:lnSpc>
                <a:spcPct val="115000"/>
              </a:lnSpc>
              <a:spcBef>
                <a:spcPts val="0"/>
              </a:spcBef>
              <a:spcAft>
                <a:spcPts val="0"/>
              </a:spcAft>
              <a:buSzPts val="2800"/>
              <a:buChar char="●"/>
              <a:defRPr/>
            </a:lvl7pPr>
            <a:lvl8pPr marL="3657600" lvl="7" indent="-406400" algn="l">
              <a:lnSpc>
                <a:spcPct val="115000"/>
              </a:lnSpc>
              <a:spcBef>
                <a:spcPts val="0"/>
              </a:spcBef>
              <a:spcAft>
                <a:spcPts val="0"/>
              </a:spcAft>
              <a:buSzPts val="2800"/>
              <a:buChar char="○"/>
              <a:defRPr/>
            </a:lvl8pPr>
            <a:lvl9pPr marL="4114800" lvl="8" indent="-406400" algn="l">
              <a:lnSpc>
                <a:spcPct val="115000"/>
              </a:lnSpc>
              <a:spcBef>
                <a:spcPts val="0"/>
              </a:spcBef>
              <a:spcAft>
                <a:spcPts val="0"/>
              </a:spcAft>
              <a:buSzPts val="2800"/>
              <a:buChar char="■"/>
              <a:defRPr/>
            </a:lvl9pPr>
          </a:lstStyle>
          <a:p>
            <a:endParaRPr/>
          </a:p>
        </p:txBody>
      </p:sp>
      <p:sp>
        <p:nvSpPr>
          <p:cNvPr id="40" name="Google Shape;40;p19"/>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20"/>
          <p:cNvSpPr txBox="1">
            <a:spLocks noGrp="1"/>
          </p:cNvSpPr>
          <p:nvPr>
            <p:ph type="body" idx="1"/>
          </p:nvPr>
        </p:nvSpPr>
        <p:spPr>
          <a:xfrm>
            <a:off x="623400" y="8461150"/>
            <a:ext cx="11997600" cy="1210200"/>
          </a:xfrm>
          <a:prstGeom prst="rect">
            <a:avLst/>
          </a:prstGeom>
          <a:noFill/>
          <a:ln>
            <a:noFill/>
          </a:ln>
        </p:spPr>
        <p:txBody>
          <a:bodyPr spcFirstLastPara="1" wrap="square" lIns="182850" tIns="182850" rIns="182850" bIns="182850" anchor="ctr" anchorCtr="0">
            <a:normAutofit/>
          </a:bodyPr>
          <a:lstStyle>
            <a:lvl1pPr marL="457200" lvl="0" indent="-228600" algn="l">
              <a:lnSpc>
                <a:spcPct val="100000"/>
              </a:lnSpc>
              <a:spcBef>
                <a:spcPts val="0"/>
              </a:spcBef>
              <a:spcAft>
                <a:spcPts val="0"/>
              </a:spcAft>
              <a:buSzPts val="3600"/>
              <a:buNone/>
              <a:defRPr/>
            </a:lvl1pPr>
          </a:lstStyle>
          <a:p>
            <a:endParaRPr/>
          </a:p>
        </p:txBody>
      </p:sp>
      <p:sp>
        <p:nvSpPr>
          <p:cNvPr id="43" name="Google Shape;43;p20"/>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21"/>
          <p:cNvSpPr txBox="1">
            <a:spLocks noGrp="1"/>
          </p:cNvSpPr>
          <p:nvPr>
            <p:ph type="title" hasCustomPrompt="1"/>
          </p:nvPr>
        </p:nvSpPr>
        <p:spPr>
          <a:xfrm>
            <a:off x="623400" y="2212250"/>
            <a:ext cx="17041200" cy="3927000"/>
          </a:xfrm>
          <a:prstGeom prst="rect">
            <a:avLst/>
          </a:prstGeom>
          <a:noFill/>
          <a:ln>
            <a:noFill/>
          </a:ln>
        </p:spPr>
        <p:txBody>
          <a:bodyPr spcFirstLastPara="1" wrap="square" lIns="182850" tIns="182850" rIns="182850" bIns="182850" anchor="b" anchorCtr="0">
            <a:normAutofit/>
          </a:bodyPr>
          <a:lstStyle>
            <a:lvl1pPr lvl="0" algn="ctr">
              <a:lnSpc>
                <a:spcPct val="100000"/>
              </a:lnSpc>
              <a:spcBef>
                <a:spcPts val="0"/>
              </a:spcBef>
              <a:spcAft>
                <a:spcPts val="0"/>
              </a:spcAft>
              <a:buSzPts val="24000"/>
              <a:buNone/>
              <a:defRPr sz="24000"/>
            </a:lvl1pPr>
            <a:lvl2pPr lvl="1" algn="ctr">
              <a:lnSpc>
                <a:spcPct val="100000"/>
              </a:lnSpc>
              <a:spcBef>
                <a:spcPts val="0"/>
              </a:spcBef>
              <a:spcAft>
                <a:spcPts val="0"/>
              </a:spcAft>
              <a:buSzPts val="24000"/>
              <a:buNone/>
              <a:defRPr sz="24000"/>
            </a:lvl2pPr>
            <a:lvl3pPr lvl="2" algn="ctr">
              <a:lnSpc>
                <a:spcPct val="100000"/>
              </a:lnSpc>
              <a:spcBef>
                <a:spcPts val="0"/>
              </a:spcBef>
              <a:spcAft>
                <a:spcPts val="0"/>
              </a:spcAft>
              <a:buSzPts val="24000"/>
              <a:buNone/>
              <a:defRPr sz="24000"/>
            </a:lvl3pPr>
            <a:lvl4pPr lvl="3" algn="ctr">
              <a:lnSpc>
                <a:spcPct val="100000"/>
              </a:lnSpc>
              <a:spcBef>
                <a:spcPts val="0"/>
              </a:spcBef>
              <a:spcAft>
                <a:spcPts val="0"/>
              </a:spcAft>
              <a:buSzPts val="24000"/>
              <a:buNone/>
              <a:defRPr sz="24000"/>
            </a:lvl4pPr>
            <a:lvl5pPr lvl="4" algn="ctr">
              <a:lnSpc>
                <a:spcPct val="100000"/>
              </a:lnSpc>
              <a:spcBef>
                <a:spcPts val="0"/>
              </a:spcBef>
              <a:spcAft>
                <a:spcPts val="0"/>
              </a:spcAft>
              <a:buSzPts val="24000"/>
              <a:buNone/>
              <a:defRPr sz="24000"/>
            </a:lvl5pPr>
            <a:lvl6pPr lvl="5" algn="ctr">
              <a:lnSpc>
                <a:spcPct val="100000"/>
              </a:lnSpc>
              <a:spcBef>
                <a:spcPts val="0"/>
              </a:spcBef>
              <a:spcAft>
                <a:spcPts val="0"/>
              </a:spcAft>
              <a:buSzPts val="24000"/>
              <a:buNone/>
              <a:defRPr sz="24000"/>
            </a:lvl6pPr>
            <a:lvl7pPr lvl="6" algn="ctr">
              <a:lnSpc>
                <a:spcPct val="100000"/>
              </a:lnSpc>
              <a:spcBef>
                <a:spcPts val="0"/>
              </a:spcBef>
              <a:spcAft>
                <a:spcPts val="0"/>
              </a:spcAft>
              <a:buSzPts val="24000"/>
              <a:buNone/>
              <a:defRPr sz="24000"/>
            </a:lvl7pPr>
            <a:lvl8pPr lvl="7" algn="ctr">
              <a:lnSpc>
                <a:spcPct val="100000"/>
              </a:lnSpc>
              <a:spcBef>
                <a:spcPts val="0"/>
              </a:spcBef>
              <a:spcAft>
                <a:spcPts val="0"/>
              </a:spcAft>
              <a:buSzPts val="24000"/>
              <a:buNone/>
              <a:defRPr sz="24000"/>
            </a:lvl8pPr>
            <a:lvl9pPr lvl="8" algn="ctr">
              <a:lnSpc>
                <a:spcPct val="100000"/>
              </a:lnSpc>
              <a:spcBef>
                <a:spcPts val="0"/>
              </a:spcBef>
              <a:spcAft>
                <a:spcPts val="0"/>
              </a:spcAft>
              <a:buSzPts val="24000"/>
              <a:buNone/>
              <a:defRPr sz="24000"/>
            </a:lvl9pPr>
          </a:lstStyle>
          <a:p>
            <a:r>
              <a:t>xx%</a:t>
            </a:r>
          </a:p>
        </p:txBody>
      </p:sp>
      <p:sp>
        <p:nvSpPr>
          <p:cNvPr id="46" name="Google Shape;46;p21"/>
          <p:cNvSpPr txBox="1">
            <a:spLocks noGrp="1"/>
          </p:cNvSpPr>
          <p:nvPr>
            <p:ph type="body" idx="1"/>
          </p:nvPr>
        </p:nvSpPr>
        <p:spPr>
          <a:xfrm>
            <a:off x="623400" y="6304450"/>
            <a:ext cx="17041200" cy="2601600"/>
          </a:xfrm>
          <a:prstGeom prst="rect">
            <a:avLst/>
          </a:prstGeom>
          <a:noFill/>
          <a:ln>
            <a:noFill/>
          </a:ln>
        </p:spPr>
        <p:txBody>
          <a:bodyPr spcFirstLastPara="1" wrap="square" lIns="182850" tIns="182850" rIns="182850" bIns="182850" anchor="t" anchorCtr="0">
            <a:normAutofit/>
          </a:bodyPr>
          <a:lstStyle>
            <a:lvl1pPr marL="457200" lvl="0" indent="-457200" algn="ctr">
              <a:lnSpc>
                <a:spcPct val="115000"/>
              </a:lnSpc>
              <a:spcBef>
                <a:spcPts val="0"/>
              </a:spcBef>
              <a:spcAft>
                <a:spcPts val="0"/>
              </a:spcAft>
              <a:buSzPts val="3600"/>
              <a:buChar char="●"/>
              <a:defRPr/>
            </a:lvl1pPr>
            <a:lvl2pPr marL="914400" lvl="1" indent="-406400" algn="ctr">
              <a:lnSpc>
                <a:spcPct val="115000"/>
              </a:lnSpc>
              <a:spcBef>
                <a:spcPts val="0"/>
              </a:spcBef>
              <a:spcAft>
                <a:spcPts val="0"/>
              </a:spcAft>
              <a:buSzPts val="2800"/>
              <a:buChar char="○"/>
              <a:defRPr/>
            </a:lvl2pPr>
            <a:lvl3pPr marL="1371600" lvl="2" indent="-406400" algn="ctr">
              <a:lnSpc>
                <a:spcPct val="115000"/>
              </a:lnSpc>
              <a:spcBef>
                <a:spcPts val="0"/>
              </a:spcBef>
              <a:spcAft>
                <a:spcPts val="0"/>
              </a:spcAft>
              <a:buSzPts val="2800"/>
              <a:buChar char="■"/>
              <a:defRPr/>
            </a:lvl3pPr>
            <a:lvl4pPr marL="1828800" lvl="3" indent="-406400" algn="ctr">
              <a:lnSpc>
                <a:spcPct val="115000"/>
              </a:lnSpc>
              <a:spcBef>
                <a:spcPts val="0"/>
              </a:spcBef>
              <a:spcAft>
                <a:spcPts val="0"/>
              </a:spcAft>
              <a:buSzPts val="2800"/>
              <a:buChar char="●"/>
              <a:defRPr/>
            </a:lvl4pPr>
            <a:lvl5pPr marL="2286000" lvl="4" indent="-406400" algn="ctr">
              <a:lnSpc>
                <a:spcPct val="115000"/>
              </a:lnSpc>
              <a:spcBef>
                <a:spcPts val="0"/>
              </a:spcBef>
              <a:spcAft>
                <a:spcPts val="0"/>
              </a:spcAft>
              <a:buSzPts val="2800"/>
              <a:buChar char="○"/>
              <a:defRPr/>
            </a:lvl5pPr>
            <a:lvl6pPr marL="2743200" lvl="5" indent="-406400" algn="ctr">
              <a:lnSpc>
                <a:spcPct val="115000"/>
              </a:lnSpc>
              <a:spcBef>
                <a:spcPts val="0"/>
              </a:spcBef>
              <a:spcAft>
                <a:spcPts val="0"/>
              </a:spcAft>
              <a:buSzPts val="2800"/>
              <a:buChar char="■"/>
              <a:defRPr/>
            </a:lvl6pPr>
            <a:lvl7pPr marL="3200400" lvl="6" indent="-406400" algn="ctr">
              <a:lnSpc>
                <a:spcPct val="115000"/>
              </a:lnSpc>
              <a:spcBef>
                <a:spcPts val="0"/>
              </a:spcBef>
              <a:spcAft>
                <a:spcPts val="0"/>
              </a:spcAft>
              <a:buSzPts val="2800"/>
              <a:buChar char="●"/>
              <a:defRPr/>
            </a:lvl7pPr>
            <a:lvl8pPr marL="3657600" lvl="7" indent="-406400" algn="ctr">
              <a:lnSpc>
                <a:spcPct val="115000"/>
              </a:lnSpc>
              <a:spcBef>
                <a:spcPts val="0"/>
              </a:spcBef>
              <a:spcAft>
                <a:spcPts val="0"/>
              </a:spcAft>
              <a:buSzPts val="2800"/>
              <a:buChar char="○"/>
              <a:defRPr/>
            </a:lvl8pPr>
            <a:lvl9pPr marL="4114800" lvl="8" indent="-406400" algn="ctr">
              <a:lnSpc>
                <a:spcPct val="115000"/>
              </a:lnSpc>
              <a:spcBef>
                <a:spcPts val="0"/>
              </a:spcBef>
              <a:spcAft>
                <a:spcPts val="0"/>
              </a:spcAft>
              <a:buSzPts val="2800"/>
              <a:buChar char="■"/>
              <a:defRPr/>
            </a:lvl9pPr>
          </a:lstStyle>
          <a:p>
            <a:endParaRPr/>
          </a:p>
        </p:txBody>
      </p:sp>
      <p:sp>
        <p:nvSpPr>
          <p:cNvPr id="47" name="Google Shape;47;p21"/>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22"/>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1"/>
          <p:cNvSpPr txBox="1">
            <a:spLocks noGrp="1"/>
          </p:cNvSpPr>
          <p:nvPr>
            <p:ph type="title"/>
          </p:nvPr>
        </p:nvSpPr>
        <p:spPr>
          <a:xfrm>
            <a:off x="623400" y="890050"/>
            <a:ext cx="17041200" cy="1145400"/>
          </a:xfrm>
          <a:prstGeom prst="rect">
            <a:avLst/>
          </a:prstGeom>
          <a:noFill/>
          <a:ln>
            <a:noFill/>
          </a:ln>
        </p:spPr>
        <p:txBody>
          <a:bodyPr spcFirstLastPara="1" wrap="square" lIns="182850" tIns="182850" rIns="182850" bIns="182850" anchor="t" anchorCtr="0">
            <a:normAutofit/>
          </a:bodyPr>
          <a:lstStyle>
            <a:lvl1pPr marR="0" lvl="0" algn="l" rtl="0">
              <a:lnSpc>
                <a:spcPct val="100000"/>
              </a:lnSpc>
              <a:spcBef>
                <a:spcPts val="0"/>
              </a:spcBef>
              <a:spcAft>
                <a:spcPts val="0"/>
              </a:spcAft>
              <a:buClr>
                <a:schemeClr val="dk1"/>
              </a:buClr>
              <a:buSzPts val="5600"/>
              <a:buFont typeface="Arial"/>
              <a:buNone/>
              <a:defRPr sz="56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5600"/>
              <a:buFont typeface="Arial"/>
              <a:buNone/>
              <a:defRPr sz="56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5600"/>
              <a:buFont typeface="Arial"/>
              <a:buNone/>
              <a:defRPr sz="56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5600"/>
              <a:buFont typeface="Arial"/>
              <a:buNone/>
              <a:defRPr sz="56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5600"/>
              <a:buFont typeface="Arial"/>
              <a:buNone/>
              <a:defRPr sz="56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5600"/>
              <a:buFont typeface="Arial"/>
              <a:buNone/>
              <a:defRPr sz="56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5600"/>
              <a:buFont typeface="Arial"/>
              <a:buNone/>
              <a:defRPr sz="56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5600"/>
              <a:buFont typeface="Arial"/>
              <a:buNone/>
              <a:defRPr sz="56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5600"/>
              <a:buFont typeface="Arial"/>
              <a:buNone/>
              <a:defRPr sz="5600" b="0" i="0" u="none" strike="noStrike" cap="none">
                <a:solidFill>
                  <a:schemeClr val="dk1"/>
                </a:solidFill>
                <a:latin typeface="Arial"/>
                <a:ea typeface="Arial"/>
                <a:cs typeface="Arial"/>
                <a:sym typeface="Arial"/>
              </a:defRPr>
            </a:lvl9pPr>
          </a:lstStyle>
          <a:p>
            <a:endParaRPr/>
          </a:p>
        </p:txBody>
      </p:sp>
      <p:sp>
        <p:nvSpPr>
          <p:cNvPr id="7" name="Google Shape;7;p11"/>
          <p:cNvSpPr txBox="1">
            <a:spLocks noGrp="1"/>
          </p:cNvSpPr>
          <p:nvPr>
            <p:ph type="body" idx="1"/>
          </p:nvPr>
        </p:nvSpPr>
        <p:spPr>
          <a:xfrm>
            <a:off x="623400" y="2304950"/>
            <a:ext cx="17041200" cy="6832800"/>
          </a:xfrm>
          <a:prstGeom prst="rect">
            <a:avLst/>
          </a:prstGeom>
          <a:noFill/>
          <a:ln>
            <a:noFill/>
          </a:ln>
        </p:spPr>
        <p:txBody>
          <a:bodyPr spcFirstLastPara="1" wrap="square" lIns="182850" tIns="182850" rIns="182850" bIns="182850" anchor="t" anchorCtr="0">
            <a:normAutofit/>
          </a:bodyPr>
          <a:lstStyle>
            <a:lvl1pPr marL="457200" marR="0" lvl="0" indent="-457200" algn="l" rtl="0">
              <a:lnSpc>
                <a:spcPct val="115000"/>
              </a:lnSpc>
              <a:spcBef>
                <a:spcPts val="0"/>
              </a:spcBef>
              <a:spcAft>
                <a:spcPts val="0"/>
              </a:spcAft>
              <a:buClr>
                <a:schemeClr val="dk2"/>
              </a:buClr>
              <a:buSzPts val="3600"/>
              <a:buFont typeface="Arial"/>
              <a:buChar char="●"/>
              <a:defRPr sz="3600" b="0" i="0" u="none" strike="noStrike" cap="none">
                <a:solidFill>
                  <a:schemeClr val="dk2"/>
                </a:solidFill>
                <a:latin typeface="Arial"/>
                <a:ea typeface="Arial"/>
                <a:cs typeface="Arial"/>
                <a:sym typeface="Arial"/>
              </a:defRPr>
            </a:lvl1pPr>
            <a:lvl2pPr marL="914400" marR="0" lvl="1" indent="-406400" algn="l" rtl="0">
              <a:lnSpc>
                <a:spcPct val="115000"/>
              </a:lnSpc>
              <a:spcBef>
                <a:spcPts val="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2pPr>
            <a:lvl3pPr marL="1371600" marR="0" lvl="2" indent="-406400" algn="l" rtl="0">
              <a:lnSpc>
                <a:spcPct val="115000"/>
              </a:lnSpc>
              <a:spcBef>
                <a:spcPts val="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3pPr>
            <a:lvl4pPr marL="1828800" marR="0" lvl="3" indent="-406400" algn="l" rtl="0">
              <a:lnSpc>
                <a:spcPct val="115000"/>
              </a:lnSpc>
              <a:spcBef>
                <a:spcPts val="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4pPr>
            <a:lvl5pPr marL="2286000" marR="0" lvl="4" indent="-406400" algn="l" rtl="0">
              <a:lnSpc>
                <a:spcPct val="115000"/>
              </a:lnSpc>
              <a:spcBef>
                <a:spcPts val="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5pPr>
            <a:lvl6pPr marL="2743200" marR="0" lvl="5" indent="-406400" algn="l" rtl="0">
              <a:lnSpc>
                <a:spcPct val="115000"/>
              </a:lnSpc>
              <a:spcBef>
                <a:spcPts val="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6pPr>
            <a:lvl7pPr marL="3200400" marR="0" lvl="6" indent="-406400" algn="l" rtl="0">
              <a:lnSpc>
                <a:spcPct val="115000"/>
              </a:lnSpc>
              <a:spcBef>
                <a:spcPts val="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7pPr>
            <a:lvl8pPr marL="3657600" marR="0" lvl="7" indent="-406400" algn="l" rtl="0">
              <a:lnSpc>
                <a:spcPct val="115000"/>
              </a:lnSpc>
              <a:spcBef>
                <a:spcPts val="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8pPr>
            <a:lvl9pPr marL="4114800" marR="0" lvl="8" indent="-406400" algn="l" rtl="0">
              <a:lnSpc>
                <a:spcPct val="115000"/>
              </a:lnSpc>
              <a:spcBef>
                <a:spcPts val="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9pPr>
          </a:lstStyle>
          <a:p>
            <a:endParaRPr/>
          </a:p>
        </p:txBody>
      </p:sp>
      <p:sp>
        <p:nvSpPr>
          <p:cNvPr id="8" name="Google Shape;8;p11"/>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1"/>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55" name="Google Shape;55;p1"/>
          <p:cNvSpPr txBox="1"/>
          <p:nvPr/>
        </p:nvSpPr>
        <p:spPr>
          <a:xfrm>
            <a:off x="4404900" y="2504875"/>
            <a:ext cx="9478200" cy="800400"/>
          </a:xfrm>
          <a:prstGeom prst="rect">
            <a:avLst/>
          </a:prstGeom>
          <a:noFill/>
          <a:ln>
            <a:noFill/>
          </a:ln>
        </p:spPr>
        <p:txBody>
          <a:bodyPr spcFirstLastPara="1" wrap="square" lIns="91425" tIns="91425" rIns="91425" bIns="91425" anchor="t" anchorCtr="0">
            <a:spAutoFit/>
          </a:bodyPr>
          <a:lstStyle/>
          <a:p>
            <a:pPr lvl="0" algn="ctr">
              <a:buSzPts val="4000"/>
            </a:pPr>
            <a:r>
              <a:rPr lang="en" sz="4000" b="1" i="0" u="none" strike="noStrike" cap="none">
                <a:solidFill>
                  <a:schemeClr val="dk1"/>
                </a:solidFill>
                <a:latin typeface="Arial"/>
                <a:ea typeface="Arial"/>
                <a:cs typeface="Arial"/>
                <a:sym typeface="Arial"/>
              </a:rPr>
              <a:t>Team Name: </a:t>
            </a:r>
            <a:r>
              <a:rPr lang="en-IN" sz="4000" b="1"/>
              <a:t>NeoLingua</a:t>
            </a:r>
            <a:endParaRPr sz="4000" b="1" i="0" u="none" strike="noStrike" cap="none">
              <a:solidFill>
                <a:srgbClr val="000000"/>
              </a:solidFill>
              <a:latin typeface="Arial"/>
              <a:ea typeface="Arial"/>
              <a:cs typeface="Arial"/>
              <a:sym typeface="Arial"/>
            </a:endParaRPr>
          </a:p>
        </p:txBody>
      </p:sp>
      <p:sp>
        <p:nvSpPr>
          <p:cNvPr id="56" name="Google Shape;56;p1"/>
          <p:cNvSpPr txBox="1"/>
          <p:nvPr/>
        </p:nvSpPr>
        <p:spPr>
          <a:xfrm>
            <a:off x="6435900" y="4804875"/>
            <a:ext cx="5416200" cy="800189"/>
          </a:xfrm>
          <a:prstGeom prst="rect">
            <a:avLst/>
          </a:prstGeom>
          <a:noFill/>
          <a:ln>
            <a:noFill/>
          </a:ln>
        </p:spPr>
        <p:txBody>
          <a:bodyPr spcFirstLastPara="1" wrap="square" lIns="91425" tIns="91425" rIns="91425" bIns="91425" anchor="t" anchorCtr="0">
            <a:spAutoFit/>
          </a:bodyPr>
          <a:lstStyle/>
          <a:p>
            <a:pPr lvl="0" algn="ctr">
              <a:buSzPts val="4000"/>
            </a:pPr>
            <a:r>
              <a:rPr lang="en-IN" sz="4000" b="1"/>
              <a:t>Digital Inclusion</a:t>
            </a:r>
            <a:endParaRPr sz="4000" b="1" i="0" u="none" strike="noStrike" cap="none">
              <a:solidFill>
                <a:srgbClr val="000000"/>
              </a:solidFill>
              <a:latin typeface="Arial"/>
              <a:ea typeface="Arial"/>
              <a:cs typeface="Arial"/>
              <a:sym typeface="Arial"/>
            </a:endParaRPr>
          </a:p>
        </p:txBody>
      </p:sp>
      <p:sp>
        <p:nvSpPr>
          <p:cNvPr id="57" name="Google Shape;57;p1"/>
          <p:cNvSpPr txBox="1"/>
          <p:nvPr/>
        </p:nvSpPr>
        <p:spPr>
          <a:xfrm>
            <a:off x="5777700" y="5814675"/>
            <a:ext cx="6732600" cy="800189"/>
          </a:xfrm>
          <a:prstGeom prst="rect">
            <a:avLst/>
          </a:prstGeom>
          <a:noFill/>
          <a:ln>
            <a:noFill/>
          </a:ln>
        </p:spPr>
        <p:txBody>
          <a:bodyPr spcFirstLastPara="1" wrap="square" lIns="91425" tIns="91425" rIns="91425" bIns="91425" anchor="t" anchorCtr="0">
            <a:spAutoFit/>
          </a:bodyPr>
          <a:lstStyle/>
          <a:p>
            <a:pPr lvl="0" algn="ctr">
              <a:buSzPts val="4000"/>
            </a:pPr>
            <a:r>
              <a:rPr lang="en-IN" sz="4000" b="1"/>
              <a:t>SDG 4 – Quality Education</a:t>
            </a:r>
            <a:endParaRPr sz="4000" b="1" i="0" u="none" strike="noStrike" cap="none">
              <a:solidFill>
                <a:srgbClr val="000000"/>
              </a:solidFill>
              <a:latin typeface="Arial"/>
              <a:ea typeface="Arial"/>
              <a:cs typeface="Arial"/>
              <a:sym typeface="Arial"/>
            </a:endParaRPr>
          </a:p>
        </p:txBody>
      </p:sp>
      <p:sp>
        <p:nvSpPr>
          <p:cNvPr id="59" name="Google Shape;59;p1"/>
          <p:cNvSpPr txBox="1"/>
          <p:nvPr/>
        </p:nvSpPr>
        <p:spPr>
          <a:xfrm>
            <a:off x="3980100" y="3771900"/>
            <a:ext cx="10327800" cy="800400"/>
          </a:xfrm>
          <a:prstGeom prst="rect">
            <a:avLst/>
          </a:prstGeom>
          <a:noFill/>
          <a:ln>
            <a:noFill/>
          </a:ln>
        </p:spPr>
        <p:txBody>
          <a:bodyPr spcFirstLastPara="1" wrap="square" lIns="91425" tIns="91425" rIns="91425" bIns="91425" anchor="t" anchorCtr="0">
            <a:spAutoFit/>
          </a:bodyPr>
          <a:lstStyle/>
          <a:p>
            <a:pPr lvl="0" algn="ctr">
              <a:buClr>
                <a:schemeClr val="dk1"/>
              </a:buClr>
              <a:buSzPts val="4000"/>
            </a:pPr>
            <a:r>
              <a:rPr lang="en" sz="4000" b="1">
                <a:solidFill>
                  <a:schemeClr val="dk1"/>
                </a:solidFill>
              </a:rPr>
              <a:t>Project Name: </a:t>
            </a:r>
            <a:r>
              <a:rPr lang="en-IN" sz="4000" b="1"/>
              <a:t>LinguaSkill</a:t>
            </a:r>
            <a:endParaRPr b="1"/>
          </a:p>
        </p:txBody>
      </p:sp>
      <p:pic>
        <p:nvPicPr>
          <p:cNvPr id="60" name="Google Shape;60;p1"/>
          <p:cNvPicPr preferRelativeResize="0"/>
          <p:nvPr/>
        </p:nvPicPr>
        <p:blipFill>
          <a:blip r:embed="rId4">
            <a:alphaModFix/>
          </a:blip>
          <a:stretch>
            <a:fillRect/>
          </a:stretch>
        </p:blipFill>
        <p:spPr>
          <a:xfrm>
            <a:off x="13555400" y="152400"/>
            <a:ext cx="3612700" cy="13005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pic>
        <p:nvPicPr>
          <p:cNvPr id="65" name="Google Shape;65;g1e69a032673_0_2"/>
          <p:cNvPicPr preferRelativeResize="0"/>
          <p:nvPr/>
        </p:nvPicPr>
        <p:blipFill rotWithShape="1">
          <a:blip r:embed="rId3">
            <a:alphaModFix/>
          </a:blip>
          <a:srcRect/>
          <a:stretch/>
        </p:blipFill>
        <p:spPr>
          <a:xfrm>
            <a:off x="1" y="0"/>
            <a:ext cx="18288000" cy="10287000"/>
          </a:xfrm>
          <a:prstGeom prst="rect">
            <a:avLst/>
          </a:prstGeom>
          <a:noFill/>
          <a:ln>
            <a:noFill/>
          </a:ln>
        </p:spPr>
      </p:pic>
      <p:sp>
        <p:nvSpPr>
          <p:cNvPr id="66" name="Google Shape;66;g1e69a032673_0_2"/>
          <p:cNvSpPr txBox="1"/>
          <p:nvPr/>
        </p:nvSpPr>
        <p:spPr>
          <a:xfrm>
            <a:off x="6652050" y="369575"/>
            <a:ext cx="4983900" cy="8004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4000"/>
              <a:buFont typeface="Arial"/>
              <a:buNone/>
            </a:pPr>
            <a:r>
              <a:rPr lang="en" sz="4000" b="1">
                <a:solidFill>
                  <a:schemeClr val="dk1"/>
                </a:solidFill>
              </a:rPr>
              <a:t>Team Members</a:t>
            </a:r>
            <a:endParaRPr sz="4000" b="1" i="0" u="none" strike="noStrike" cap="none">
              <a:solidFill>
                <a:schemeClr val="dk1"/>
              </a:solidFill>
              <a:latin typeface="Arial"/>
              <a:ea typeface="Arial"/>
              <a:cs typeface="Arial"/>
              <a:sym typeface="Arial"/>
            </a:endParaRPr>
          </a:p>
        </p:txBody>
      </p:sp>
      <p:sp>
        <p:nvSpPr>
          <p:cNvPr id="68" name="Google Shape;68;g1e69a032673_0_2"/>
          <p:cNvSpPr txBox="1"/>
          <p:nvPr/>
        </p:nvSpPr>
        <p:spPr>
          <a:xfrm>
            <a:off x="1759400" y="1910450"/>
            <a:ext cx="1673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
        <p:nvSpPr>
          <p:cNvPr id="69" name="Google Shape;69;g1e69a032673_0_2"/>
          <p:cNvSpPr txBox="1"/>
          <p:nvPr/>
        </p:nvSpPr>
        <p:spPr>
          <a:xfrm>
            <a:off x="6955650" y="4468625"/>
            <a:ext cx="4376700" cy="677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800">
                <a:latin typeface="Montserrat SemiBold"/>
                <a:ea typeface="Montserrat SemiBold"/>
                <a:cs typeface="Montserrat SemiBold"/>
                <a:sym typeface="Montserrat SemiBold"/>
              </a:rPr>
              <a:t>Harish D</a:t>
            </a:r>
            <a:endParaRPr sz="1800" b="0" i="0" u="none" strike="noStrike" cap="none">
              <a:solidFill>
                <a:srgbClr val="000000"/>
              </a:solidFill>
              <a:latin typeface="Montserrat SemiBold"/>
              <a:ea typeface="Montserrat SemiBold"/>
              <a:cs typeface="Montserrat SemiBold"/>
              <a:sym typeface="Montserrat SemiBold"/>
            </a:endParaRPr>
          </a:p>
          <a:p>
            <a:pPr marL="0" marR="0" lvl="0" indent="0" algn="ctr" rtl="0">
              <a:lnSpc>
                <a:spcPct val="100000"/>
              </a:lnSpc>
              <a:spcBef>
                <a:spcPts val="0"/>
              </a:spcBef>
              <a:spcAft>
                <a:spcPts val="0"/>
              </a:spcAft>
              <a:buClr>
                <a:srgbClr val="000000"/>
              </a:buClr>
              <a:buSzPts val="1200"/>
              <a:buFont typeface="Arial"/>
              <a:buNone/>
            </a:pPr>
            <a:r>
              <a:rPr lang="en" b="0" i="0" u="none" strike="noStrike" cap="none">
                <a:solidFill>
                  <a:srgbClr val="000000"/>
                </a:solidFill>
                <a:latin typeface="Montserrat Medium"/>
                <a:ea typeface="Montserrat Medium"/>
                <a:cs typeface="Montserrat Medium"/>
                <a:sym typeface="Montserrat Medium"/>
              </a:rPr>
              <a:t>Team Leader</a:t>
            </a:r>
            <a:endParaRPr b="0" i="0" u="none" strike="noStrike" cap="none">
              <a:solidFill>
                <a:srgbClr val="000000"/>
              </a:solidFill>
              <a:latin typeface="Montserrat Medium"/>
              <a:ea typeface="Montserrat Medium"/>
              <a:cs typeface="Montserrat Medium"/>
              <a:sym typeface="Montserrat Medium"/>
            </a:endParaRPr>
          </a:p>
        </p:txBody>
      </p:sp>
      <p:sp>
        <p:nvSpPr>
          <p:cNvPr id="70" name="Google Shape;70;g1e69a032673_0_2"/>
          <p:cNvSpPr txBox="1"/>
          <p:nvPr/>
        </p:nvSpPr>
        <p:spPr>
          <a:xfrm>
            <a:off x="3569275" y="8527956"/>
            <a:ext cx="2857500" cy="677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800">
                <a:latin typeface="Montserrat SemiBold"/>
                <a:ea typeface="Montserrat SemiBold"/>
                <a:cs typeface="Montserrat SemiBold"/>
                <a:sym typeface="Montserrat SemiBold"/>
              </a:rPr>
              <a:t>Dhanush RA</a:t>
            </a:r>
            <a:endParaRPr sz="1800" b="0" i="0" u="none" strike="noStrike" cap="none">
              <a:solidFill>
                <a:srgbClr val="000000"/>
              </a:solidFill>
              <a:latin typeface="Montserrat SemiBold"/>
              <a:ea typeface="Montserrat SemiBold"/>
              <a:cs typeface="Montserrat SemiBold"/>
              <a:sym typeface="Montserrat SemiBold"/>
            </a:endParaRPr>
          </a:p>
          <a:p>
            <a:pPr marL="0" marR="0" lvl="0" indent="0" algn="ctr" rtl="0">
              <a:lnSpc>
                <a:spcPct val="100000"/>
              </a:lnSpc>
              <a:spcBef>
                <a:spcPts val="0"/>
              </a:spcBef>
              <a:spcAft>
                <a:spcPts val="0"/>
              </a:spcAft>
              <a:buClr>
                <a:srgbClr val="000000"/>
              </a:buClr>
              <a:buSzPts val="1200"/>
              <a:buFont typeface="Arial"/>
              <a:buNone/>
            </a:pPr>
            <a:r>
              <a:rPr lang="en">
                <a:latin typeface="Montserrat Medium"/>
                <a:ea typeface="Montserrat Medium"/>
                <a:cs typeface="Montserrat Medium"/>
                <a:sym typeface="Montserrat Medium"/>
              </a:rPr>
              <a:t>AI &amp; Backend Developer</a:t>
            </a:r>
            <a:endParaRPr b="0" i="0" u="none" strike="noStrike" cap="none">
              <a:solidFill>
                <a:srgbClr val="000000"/>
              </a:solidFill>
              <a:latin typeface="Montserrat Medium"/>
              <a:ea typeface="Montserrat Medium"/>
              <a:cs typeface="Montserrat Medium"/>
              <a:sym typeface="Montserrat Medium"/>
            </a:endParaRPr>
          </a:p>
        </p:txBody>
      </p:sp>
      <p:sp>
        <p:nvSpPr>
          <p:cNvPr id="71" name="Google Shape;71;g1e69a032673_0_2"/>
          <p:cNvSpPr txBox="1"/>
          <p:nvPr/>
        </p:nvSpPr>
        <p:spPr>
          <a:xfrm>
            <a:off x="7525725" y="8466768"/>
            <a:ext cx="2857500" cy="677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800">
                <a:latin typeface="Montserrat SemiBold"/>
                <a:ea typeface="Montserrat SemiBold"/>
                <a:cs typeface="Montserrat SemiBold"/>
                <a:sym typeface="Montserrat SemiBold"/>
              </a:rPr>
              <a:t>Rogith S</a:t>
            </a:r>
            <a:endParaRPr sz="1800" b="0" i="0" u="none" strike="noStrike" cap="none">
              <a:solidFill>
                <a:srgbClr val="000000"/>
              </a:solidFill>
              <a:latin typeface="Montserrat SemiBold"/>
              <a:ea typeface="Montserrat SemiBold"/>
              <a:cs typeface="Montserrat SemiBold"/>
              <a:sym typeface="Montserrat SemiBold"/>
            </a:endParaRPr>
          </a:p>
          <a:p>
            <a:pPr marL="0" marR="0" lvl="0" indent="0" algn="ctr" rtl="0">
              <a:lnSpc>
                <a:spcPct val="100000"/>
              </a:lnSpc>
              <a:spcBef>
                <a:spcPts val="0"/>
              </a:spcBef>
              <a:spcAft>
                <a:spcPts val="0"/>
              </a:spcAft>
              <a:buClr>
                <a:srgbClr val="000000"/>
              </a:buClr>
              <a:buSzPts val="1200"/>
              <a:buFont typeface="Arial"/>
              <a:buNone/>
            </a:pPr>
            <a:r>
              <a:rPr lang="en">
                <a:latin typeface="Montserrat Medium"/>
                <a:ea typeface="Montserrat Medium"/>
                <a:cs typeface="Montserrat Medium"/>
                <a:sym typeface="Montserrat Medium"/>
              </a:rPr>
              <a:t>Frontend Developer</a:t>
            </a:r>
            <a:endParaRPr b="0" i="0" u="none" strike="noStrike" cap="none">
              <a:solidFill>
                <a:srgbClr val="000000"/>
              </a:solidFill>
              <a:latin typeface="Montserrat Medium"/>
              <a:ea typeface="Montserrat Medium"/>
              <a:cs typeface="Montserrat Medium"/>
              <a:sym typeface="Montserrat Medium"/>
            </a:endParaRPr>
          </a:p>
        </p:txBody>
      </p:sp>
      <p:sp>
        <p:nvSpPr>
          <p:cNvPr id="72" name="Google Shape;72;g1e69a032673_0_2"/>
          <p:cNvSpPr txBox="1"/>
          <p:nvPr/>
        </p:nvSpPr>
        <p:spPr>
          <a:xfrm>
            <a:off x="12000425" y="8403468"/>
            <a:ext cx="2857500" cy="677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800">
                <a:latin typeface="Montserrat SemiBold"/>
                <a:ea typeface="Montserrat SemiBold"/>
                <a:cs typeface="Montserrat SemiBold"/>
                <a:sym typeface="Montserrat SemiBold"/>
              </a:rPr>
              <a:t>Lakshman NS</a:t>
            </a:r>
            <a:endParaRPr sz="1800" b="0" i="0" u="none" strike="noStrike" cap="none">
              <a:solidFill>
                <a:srgbClr val="000000"/>
              </a:solidFill>
              <a:latin typeface="Montserrat SemiBold"/>
              <a:ea typeface="Montserrat SemiBold"/>
              <a:cs typeface="Montserrat SemiBold"/>
              <a:sym typeface="Montserrat SemiBold"/>
            </a:endParaRPr>
          </a:p>
          <a:p>
            <a:pPr marL="0" marR="0" lvl="0" indent="0" algn="ctr" rtl="0">
              <a:lnSpc>
                <a:spcPct val="100000"/>
              </a:lnSpc>
              <a:spcBef>
                <a:spcPts val="0"/>
              </a:spcBef>
              <a:spcAft>
                <a:spcPts val="0"/>
              </a:spcAft>
              <a:buClr>
                <a:srgbClr val="000000"/>
              </a:buClr>
              <a:buSzPts val="1200"/>
              <a:buFont typeface="Arial"/>
              <a:buNone/>
            </a:pPr>
            <a:r>
              <a:rPr lang="en">
                <a:latin typeface="Montserrat Medium"/>
                <a:ea typeface="Montserrat Medium"/>
                <a:cs typeface="Montserrat Medium"/>
                <a:sym typeface="Montserrat Medium"/>
              </a:rPr>
              <a:t>Research Analyst</a:t>
            </a:r>
            <a:endParaRPr b="0" i="0" u="none" strike="noStrike" cap="none">
              <a:solidFill>
                <a:srgbClr val="000000"/>
              </a:solidFill>
              <a:latin typeface="Montserrat Medium"/>
              <a:ea typeface="Montserrat Medium"/>
              <a:cs typeface="Montserrat Medium"/>
              <a:sym typeface="Montserrat Medium"/>
            </a:endParaRPr>
          </a:p>
        </p:txBody>
      </p:sp>
      <p:sp>
        <p:nvSpPr>
          <p:cNvPr id="73" name="Google Shape;73;g1e69a032673_0_2"/>
          <p:cNvSpPr txBox="1"/>
          <p:nvPr/>
        </p:nvSpPr>
        <p:spPr>
          <a:xfrm>
            <a:off x="12932800" y="8154025"/>
            <a:ext cx="2857500" cy="400079"/>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endParaRPr b="0" i="0" u="none" strike="noStrike" cap="none">
              <a:solidFill>
                <a:srgbClr val="000000"/>
              </a:solidFill>
              <a:latin typeface="Montserrat Medium"/>
              <a:ea typeface="Montserrat Medium"/>
              <a:cs typeface="Montserrat Medium"/>
              <a:sym typeface="Montserrat Medium"/>
            </a:endParaRPr>
          </a:p>
        </p:txBody>
      </p:sp>
      <p:pic>
        <p:nvPicPr>
          <p:cNvPr id="74" name="Google Shape;74;g1e69a032673_0_2"/>
          <p:cNvPicPr preferRelativeResize="0"/>
          <p:nvPr/>
        </p:nvPicPr>
        <p:blipFill rotWithShape="1">
          <a:blip r:embed="rId4">
            <a:alphaModFix/>
          </a:blip>
          <a:srcRect l="3917" r="3917"/>
          <a:stretch/>
        </p:blipFill>
        <p:spPr>
          <a:xfrm>
            <a:off x="7783725" y="1868225"/>
            <a:ext cx="2599500" cy="2600400"/>
          </a:xfrm>
          <a:prstGeom prst="ellipse">
            <a:avLst/>
          </a:prstGeom>
          <a:noFill/>
          <a:ln>
            <a:noFill/>
          </a:ln>
          <a:effectLst>
            <a:outerShdw blurRad="85725" dist="19050" dir="7800000" algn="bl" rotWithShape="0">
              <a:srgbClr val="000000">
                <a:alpha val="38820"/>
              </a:srgbClr>
            </a:outerShdw>
          </a:effectLst>
        </p:spPr>
      </p:pic>
      <p:pic>
        <p:nvPicPr>
          <p:cNvPr id="76" name="Google Shape;76;g1e69a032673_0_2"/>
          <p:cNvPicPr preferRelativeResize="0"/>
          <p:nvPr/>
        </p:nvPicPr>
        <p:blipFill rotWithShape="1">
          <a:blip r:embed="rId4">
            <a:alphaModFix/>
          </a:blip>
          <a:srcRect l="3917" r="3917"/>
          <a:stretch/>
        </p:blipFill>
        <p:spPr>
          <a:xfrm>
            <a:off x="12000425" y="5658463"/>
            <a:ext cx="2599500" cy="2600400"/>
          </a:xfrm>
          <a:prstGeom prst="ellipse">
            <a:avLst/>
          </a:prstGeom>
          <a:noFill/>
          <a:ln>
            <a:noFill/>
          </a:ln>
          <a:effectLst>
            <a:outerShdw blurRad="85725" dist="19050" dir="7800000" algn="bl" rotWithShape="0">
              <a:srgbClr val="000000">
                <a:alpha val="38820"/>
              </a:srgbClr>
            </a:outerShdw>
          </a:effectLst>
        </p:spPr>
      </p:pic>
      <p:pic>
        <p:nvPicPr>
          <p:cNvPr id="77" name="Google Shape;77;g1e69a032673_0_2"/>
          <p:cNvPicPr preferRelativeResize="0"/>
          <p:nvPr/>
        </p:nvPicPr>
        <p:blipFill rotWithShape="1">
          <a:blip r:embed="rId4">
            <a:alphaModFix/>
          </a:blip>
          <a:srcRect l="3917" r="3917"/>
          <a:stretch/>
        </p:blipFill>
        <p:spPr>
          <a:xfrm>
            <a:off x="7783725" y="5658463"/>
            <a:ext cx="2599500" cy="2600400"/>
          </a:xfrm>
          <a:prstGeom prst="ellipse">
            <a:avLst/>
          </a:prstGeom>
          <a:noFill/>
          <a:ln>
            <a:noFill/>
          </a:ln>
          <a:effectLst>
            <a:outerShdw blurRad="85725" dist="19050" dir="7800000" algn="bl" rotWithShape="0">
              <a:srgbClr val="000000">
                <a:alpha val="38820"/>
              </a:srgbClr>
            </a:outerShdw>
          </a:effectLst>
        </p:spPr>
      </p:pic>
      <p:pic>
        <p:nvPicPr>
          <p:cNvPr id="78" name="Google Shape;78;g1e69a032673_0_2"/>
          <p:cNvPicPr preferRelativeResize="0"/>
          <p:nvPr/>
        </p:nvPicPr>
        <p:blipFill rotWithShape="1">
          <a:blip r:embed="rId4">
            <a:alphaModFix/>
          </a:blip>
          <a:srcRect l="3917" r="3917"/>
          <a:stretch/>
        </p:blipFill>
        <p:spPr>
          <a:xfrm>
            <a:off x="3827275" y="5718403"/>
            <a:ext cx="2599500" cy="2600400"/>
          </a:xfrm>
          <a:prstGeom prst="ellipse">
            <a:avLst/>
          </a:prstGeom>
          <a:noFill/>
          <a:ln>
            <a:noFill/>
          </a:ln>
          <a:effectLst>
            <a:outerShdw blurRad="85725" dist="19050" dir="7800000" algn="bl" rotWithShape="0">
              <a:srgbClr val="000000">
                <a:alpha val="38820"/>
              </a:srgbClr>
            </a:outerShdw>
          </a:effectLst>
        </p:spPr>
      </p:pic>
      <p:pic>
        <p:nvPicPr>
          <p:cNvPr id="79" name="Google Shape;79;g1e69a032673_0_2"/>
          <p:cNvPicPr preferRelativeResize="0"/>
          <p:nvPr/>
        </p:nvPicPr>
        <p:blipFill>
          <a:blip r:embed="rId5">
            <a:alphaModFix/>
          </a:blip>
          <a:stretch>
            <a:fillRect/>
          </a:stretch>
        </p:blipFill>
        <p:spPr>
          <a:xfrm>
            <a:off x="13555400" y="152400"/>
            <a:ext cx="3612700" cy="13005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2"/>
          <p:cNvPicPr preferRelativeResize="0"/>
          <p:nvPr/>
        </p:nvPicPr>
        <p:blipFill rotWithShape="1">
          <a:blip r:embed="rId3">
            <a:alphaModFix/>
          </a:blip>
          <a:srcRect/>
          <a:stretch/>
        </p:blipFill>
        <p:spPr>
          <a:xfrm>
            <a:off x="1" y="0"/>
            <a:ext cx="18288000" cy="10287000"/>
          </a:xfrm>
          <a:prstGeom prst="rect">
            <a:avLst/>
          </a:prstGeom>
          <a:noFill/>
          <a:ln>
            <a:noFill/>
          </a:ln>
        </p:spPr>
      </p:pic>
      <p:sp>
        <p:nvSpPr>
          <p:cNvPr id="85" name="Google Shape;85;p2"/>
          <p:cNvSpPr txBox="1"/>
          <p:nvPr/>
        </p:nvSpPr>
        <p:spPr>
          <a:xfrm>
            <a:off x="677025" y="1711350"/>
            <a:ext cx="4983900" cy="8004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4000"/>
              <a:buFont typeface="Arial"/>
              <a:buNone/>
            </a:pPr>
            <a:r>
              <a:rPr lang="en" sz="4000" b="1" i="0" u="none" strike="noStrike" cap="none">
                <a:solidFill>
                  <a:schemeClr val="dk1"/>
                </a:solidFill>
                <a:latin typeface="Arial"/>
                <a:ea typeface="Arial"/>
                <a:cs typeface="Arial"/>
                <a:sym typeface="Arial"/>
              </a:rPr>
              <a:t>Problem Statement:</a:t>
            </a:r>
            <a:endParaRPr sz="4000" b="1" i="0" u="none" strike="noStrike" cap="none">
              <a:solidFill>
                <a:schemeClr val="dk1"/>
              </a:solidFill>
              <a:latin typeface="Arial"/>
              <a:ea typeface="Arial"/>
              <a:cs typeface="Arial"/>
              <a:sym typeface="Arial"/>
            </a:endParaRPr>
          </a:p>
        </p:txBody>
      </p:sp>
      <p:sp>
        <p:nvSpPr>
          <p:cNvPr id="86" name="Google Shape;86;p2"/>
          <p:cNvSpPr txBox="1"/>
          <p:nvPr/>
        </p:nvSpPr>
        <p:spPr>
          <a:xfrm>
            <a:off x="677025" y="2877350"/>
            <a:ext cx="13653300" cy="6555610"/>
          </a:xfrm>
          <a:prstGeom prst="rect">
            <a:avLst/>
          </a:prstGeom>
          <a:noFill/>
          <a:ln>
            <a:noFill/>
          </a:ln>
        </p:spPr>
        <p:txBody>
          <a:bodyPr spcFirstLastPara="1" wrap="square" lIns="91425" tIns="91425" rIns="91425" bIns="91425" anchor="t" anchorCtr="0">
            <a:spAutoFit/>
          </a:bodyPr>
          <a:lstStyle/>
          <a:p>
            <a:pPr marL="38100" algn="just">
              <a:buClr>
                <a:schemeClr val="dk1"/>
              </a:buClr>
              <a:buSzPts val="3000"/>
            </a:pPr>
            <a:r>
              <a:rPr lang="en-US" sz="3200"/>
              <a:t>In India, vocational skill development plays a crucial role in improving employability and economic growth. However, most skill development and training materials are currently available only in English and Hindi. This creates a major accessibility gap for learners from regional and rural backgrounds who are more comfortable with their native languages. Due to language barriers, learners often struggle to understand vocational concepts, technical terms, and practical instructions, which reduces learning effectiveness and skill adoption. Manual translation of training content is time-consuming, expensive, and often inaccurate, especially for domain-specific vocational terminology. Hence, there is a strong need for an automated, accurate, and scalable multilingual solution for vocational training.</a:t>
            </a:r>
          </a:p>
          <a:p>
            <a:pPr marL="38100" lvl="0" algn="just">
              <a:buClr>
                <a:schemeClr val="dk1"/>
              </a:buClr>
              <a:buSzPts val="3000"/>
            </a:pPr>
            <a:endParaRPr sz="3000" b="1" i="0" u="none" strike="noStrike" cap="none">
              <a:solidFill>
                <a:schemeClr val="dk1"/>
              </a:solidFill>
              <a:latin typeface="Arial"/>
              <a:ea typeface="Arial"/>
              <a:cs typeface="Arial"/>
              <a:sym typeface="Arial"/>
            </a:endParaRPr>
          </a:p>
        </p:txBody>
      </p:sp>
      <p:pic>
        <p:nvPicPr>
          <p:cNvPr id="87" name="Google Shape;87;p2"/>
          <p:cNvPicPr preferRelativeResize="0"/>
          <p:nvPr/>
        </p:nvPicPr>
        <p:blipFill>
          <a:blip r:embed="rId4">
            <a:alphaModFix/>
          </a:blip>
          <a:stretch>
            <a:fillRect/>
          </a:stretch>
        </p:blipFill>
        <p:spPr>
          <a:xfrm>
            <a:off x="13555400" y="152400"/>
            <a:ext cx="3612700" cy="13005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pic>
        <p:nvPicPr>
          <p:cNvPr id="92" name="Google Shape;92;p3"/>
          <p:cNvPicPr preferRelativeResize="0"/>
          <p:nvPr/>
        </p:nvPicPr>
        <p:blipFill rotWithShape="1">
          <a:blip r:embed="rId3">
            <a:alphaModFix/>
          </a:blip>
          <a:srcRect/>
          <a:stretch/>
        </p:blipFill>
        <p:spPr>
          <a:xfrm>
            <a:off x="-1" y="0"/>
            <a:ext cx="18288000" cy="10287000"/>
          </a:xfrm>
          <a:prstGeom prst="rect">
            <a:avLst/>
          </a:prstGeom>
          <a:noFill/>
          <a:ln>
            <a:noFill/>
          </a:ln>
        </p:spPr>
      </p:pic>
      <p:sp>
        <p:nvSpPr>
          <p:cNvPr id="93" name="Google Shape;93;p3"/>
          <p:cNvSpPr txBox="1"/>
          <p:nvPr/>
        </p:nvSpPr>
        <p:spPr>
          <a:xfrm>
            <a:off x="677025" y="1711350"/>
            <a:ext cx="4588800" cy="800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4000"/>
              <a:buFont typeface="Arial"/>
              <a:buNone/>
            </a:pPr>
            <a:r>
              <a:rPr lang="en" sz="4000" b="1" i="0" u="none" strike="noStrike" cap="none">
                <a:solidFill>
                  <a:schemeClr val="dk1"/>
                </a:solidFill>
                <a:latin typeface="Arial"/>
                <a:ea typeface="Arial"/>
                <a:cs typeface="Arial"/>
                <a:sym typeface="Arial"/>
              </a:rPr>
              <a:t>Introduction:</a:t>
            </a:r>
            <a:endParaRPr sz="4000" b="1" i="0" u="none" strike="noStrike" cap="none">
              <a:solidFill>
                <a:schemeClr val="dk1"/>
              </a:solidFill>
              <a:latin typeface="Arial"/>
              <a:ea typeface="Arial"/>
              <a:cs typeface="Arial"/>
              <a:sym typeface="Arial"/>
            </a:endParaRPr>
          </a:p>
        </p:txBody>
      </p:sp>
      <p:sp>
        <p:nvSpPr>
          <p:cNvPr id="94" name="Google Shape;94;p3"/>
          <p:cNvSpPr txBox="1"/>
          <p:nvPr/>
        </p:nvSpPr>
        <p:spPr>
          <a:xfrm>
            <a:off x="677025" y="2877350"/>
            <a:ext cx="13653300" cy="5601503"/>
          </a:xfrm>
          <a:prstGeom prst="rect">
            <a:avLst/>
          </a:prstGeom>
          <a:noFill/>
          <a:ln>
            <a:noFill/>
          </a:ln>
        </p:spPr>
        <p:txBody>
          <a:bodyPr spcFirstLastPara="1" wrap="square" lIns="91425" tIns="91425" rIns="91425" bIns="91425" anchor="t" anchorCtr="0">
            <a:spAutoFit/>
          </a:bodyPr>
          <a:lstStyle/>
          <a:p>
            <a:pPr marL="38100" lvl="0" algn="just">
              <a:buClr>
                <a:schemeClr val="dk1"/>
              </a:buClr>
              <a:buSzPts val="3000"/>
            </a:pPr>
            <a:r>
              <a:rPr lang="en-US" sz="3200" err="1"/>
              <a:t>LinguaSkill</a:t>
            </a:r>
            <a:r>
              <a:rPr lang="en-US" sz="3200"/>
              <a:t> is an innovative AI-powered platform developed to address language and accessibility challenges in vocational education across India. The platform focuses on providing domain-specific multilingual localization of skill development content in 22 Indian languages. Unlike generic translation tools, </a:t>
            </a:r>
            <a:r>
              <a:rPr lang="en-US" sz="3200" err="1"/>
              <a:t>LinguaSkill</a:t>
            </a:r>
            <a:r>
              <a:rPr lang="en-US" sz="3200"/>
              <a:t> ensures that vocational and technical terminology is translated accurately while preserving contextual meaning. The system supports multiple learning formats including text, audio, and video, making it suitable for learners with different learning preferences. By leveraging advanced artificial intelligence technologies, </a:t>
            </a:r>
            <a:r>
              <a:rPr lang="en-US" sz="3200" err="1"/>
              <a:t>LinguaSkill</a:t>
            </a:r>
            <a:r>
              <a:rPr lang="en-US" sz="3200"/>
              <a:t> aims to make vocational education inclusive, accessible, and effective for India’s diverse linguistic population.</a:t>
            </a:r>
            <a:endParaRPr sz="3000" b="1" i="0" u="none" strike="noStrike" cap="none">
              <a:solidFill>
                <a:schemeClr val="dk1"/>
              </a:solidFill>
              <a:latin typeface="Arial"/>
              <a:ea typeface="Arial"/>
              <a:cs typeface="Arial"/>
              <a:sym typeface="Arial"/>
            </a:endParaRPr>
          </a:p>
        </p:txBody>
      </p:sp>
      <p:pic>
        <p:nvPicPr>
          <p:cNvPr id="95" name="Google Shape;95;p3"/>
          <p:cNvPicPr preferRelativeResize="0"/>
          <p:nvPr/>
        </p:nvPicPr>
        <p:blipFill>
          <a:blip r:embed="rId4">
            <a:alphaModFix/>
          </a:blip>
          <a:stretch>
            <a:fillRect/>
          </a:stretch>
        </p:blipFill>
        <p:spPr>
          <a:xfrm>
            <a:off x="13555400" y="152400"/>
            <a:ext cx="3612700" cy="13005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pic>
        <p:nvPicPr>
          <p:cNvPr id="100" name="Google Shape;100;p4"/>
          <p:cNvPicPr preferRelativeResize="0"/>
          <p:nvPr/>
        </p:nvPicPr>
        <p:blipFill rotWithShape="1">
          <a:blip r:embed="rId3">
            <a:alphaModFix/>
          </a:blip>
          <a:srcRect/>
          <a:stretch/>
        </p:blipFill>
        <p:spPr>
          <a:xfrm>
            <a:off x="-1" y="0"/>
            <a:ext cx="18288000" cy="10287000"/>
          </a:xfrm>
          <a:prstGeom prst="rect">
            <a:avLst/>
          </a:prstGeom>
          <a:noFill/>
          <a:ln>
            <a:noFill/>
          </a:ln>
        </p:spPr>
      </p:pic>
      <p:sp>
        <p:nvSpPr>
          <p:cNvPr id="101" name="Google Shape;101;p4"/>
          <p:cNvSpPr txBox="1"/>
          <p:nvPr/>
        </p:nvSpPr>
        <p:spPr>
          <a:xfrm>
            <a:off x="677025" y="1711350"/>
            <a:ext cx="4588800" cy="800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4000"/>
              <a:buFont typeface="Arial"/>
              <a:buNone/>
            </a:pPr>
            <a:r>
              <a:rPr lang="en" sz="4000" b="1" i="0" u="none" strike="noStrike" cap="none">
                <a:solidFill>
                  <a:schemeClr val="dk1"/>
                </a:solidFill>
                <a:latin typeface="Arial"/>
                <a:ea typeface="Arial"/>
                <a:cs typeface="Arial"/>
                <a:sym typeface="Arial"/>
              </a:rPr>
              <a:t>Research Survey:</a:t>
            </a:r>
            <a:endParaRPr sz="4000" b="1" i="0" u="none" strike="noStrike" cap="none">
              <a:solidFill>
                <a:schemeClr val="dk1"/>
              </a:solidFill>
              <a:latin typeface="Arial"/>
              <a:ea typeface="Arial"/>
              <a:cs typeface="Arial"/>
              <a:sym typeface="Arial"/>
            </a:endParaRPr>
          </a:p>
        </p:txBody>
      </p:sp>
      <p:sp>
        <p:nvSpPr>
          <p:cNvPr id="102" name="Google Shape;102;p4"/>
          <p:cNvSpPr txBox="1"/>
          <p:nvPr/>
        </p:nvSpPr>
        <p:spPr>
          <a:xfrm>
            <a:off x="677025" y="2877350"/>
            <a:ext cx="13653300" cy="5601503"/>
          </a:xfrm>
          <a:prstGeom prst="rect">
            <a:avLst/>
          </a:prstGeom>
          <a:noFill/>
          <a:ln>
            <a:noFill/>
          </a:ln>
        </p:spPr>
        <p:txBody>
          <a:bodyPr spcFirstLastPara="1" wrap="square" lIns="91425" tIns="91425" rIns="91425" bIns="91425" anchor="t" anchorCtr="0">
            <a:spAutoFit/>
          </a:bodyPr>
          <a:lstStyle/>
          <a:p>
            <a:pPr marL="38100" lvl="0" algn="just">
              <a:buClr>
                <a:schemeClr val="dk1"/>
              </a:buClr>
              <a:buSzPts val="3000"/>
            </a:pPr>
            <a:r>
              <a:rPr lang="en-US" sz="3200"/>
              <a:t>A detailed study of existing vocational training platforms and learning management systems reveals several limitations. Most platforms provide content only in English or Hindi, which restricts access for regional learners. Available translation tools focus on general language translation and fail to handle domain-specific vocational terms accurately. Manual localization processes require skilled translators, increase cost, and delay content delivery. Additionally, existing systems lack voice-enabled multilingual support and semantic understanding of vocational contexts. These gaps highlight the necessity for an AI-based multilingual platform that can automate translation, preserve context, and support multiple content formats.</a:t>
            </a:r>
            <a:endParaRPr sz="3000" b="1" i="0" u="none" strike="noStrike" cap="none">
              <a:solidFill>
                <a:schemeClr val="dk1"/>
              </a:solidFill>
              <a:latin typeface="Arial"/>
              <a:ea typeface="Arial"/>
              <a:cs typeface="Arial"/>
              <a:sym typeface="Arial"/>
            </a:endParaRPr>
          </a:p>
        </p:txBody>
      </p:sp>
      <p:pic>
        <p:nvPicPr>
          <p:cNvPr id="103" name="Google Shape;103;p4"/>
          <p:cNvPicPr preferRelativeResize="0"/>
          <p:nvPr/>
        </p:nvPicPr>
        <p:blipFill>
          <a:blip r:embed="rId4">
            <a:alphaModFix/>
          </a:blip>
          <a:stretch>
            <a:fillRect/>
          </a:stretch>
        </p:blipFill>
        <p:spPr>
          <a:xfrm>
            <a:off x="13555400" y="152400"/>
            <a:ext cx="3612700" cy="13005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pic>
        <p:nvPicPr>
          <p:cNvPr id="108" name="Google Shape;108;p5"/>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109" name="Google Shape;109;p5"/>
          <p:cNvSpPr txBox="1"/>
          <p:nvPr/>
        </p:nvSpPr>
        <p:spPr>
          <a:xfrm>
            <a:off x="677025" y="1711350"/>
            <a:ext cx="4965000" cy="800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4000"/>
              <a:buFont typeface="Arial"/>
              <a:buNone/>
            </a:pPr>
            <a:r>
              <a:rPr lang="en" sz="4000" b="1" i="0" u="none" strike="noStrike" cap="none">
                <a:solidFill>
                  <a:schemeClr val="dk1"/>
                </a:solidFill>
                <a:latin typeface="Arial"/>
                <a:ea typeface="Arial"/>
                <a:cs typeface="Arial"/>
                <a:sym typeface="Arial"/>
              </a:rPr>
              <a:t>Proposed Solution:</a:t>
            </a:r>
            <a:endParaRPr sz="4000" b="1" i="0" u="none" strike="noStrike" cap="none">
              <a:solidFill>
                <a:schemeClr val="dk1"/>
              </a:solidFill>
              <a:latin typeface="Arial"/>
              <a:ea typeface="Arial"/>
              <a:cs typeface="Arial"/>
              <a:sym typeface="Arial"/>
            </a:endParaRPr>
          </a:p>
        </p:txBody>
      </p:sp>
      <p:sp>
        <p:nvSpPr>
          <p:cNvPr id="110" name="Google Shape;110;p5"/>
          <p:cNvSpPr txBox="1"/>
          <p:nvPr/>
        </p:nvSpPr>
        <p:spPr>
          <a:xfrm>
            <a:off x="677025" y="2877350"/>
            <a:ext cx="13653300" cy="5601503"/>
          </a:xfrm>
          <a:prstGeom prst="rect">
            <a:avLst/>
          </a:prstGeom>
          <a:noFill/>
          <a:ln>
            <a:noFill/>
          </a:ln>
        </p:spPr>
        <p:txBody>
          <a:bodyPr spcFirstLastPara="1" wrap="square" lIns="91425" tIns="91425" rIns="91425" bIns="91425" anchor="t" anchorCtr="0">
            <a:spAutoFit/>
          </a:bodyPr>
          <a:lstStyle/>
          <a:p>
            <a:r>
              <a:rPr lang="en-US" sz="3200"/>
              <a:t>LinguaSkill proposes an AI-driven multilingual vocational training platform that automates the translation and delivery of learning content. The platform uses a React.js-based web interface to allow users to upload and access training materials easily. Whisper ASR is used for accurate speech-to-text conversion, enabling spoken content to be transcribed efficiently. IndicTrans2 performs fast and domain-specific translation into 22 Indian languages. LangChain manages contextual AI workflows to ensure vocational relevance. Coqui TTS converts translated text into natural-sounding speech, while FAISS enhances semantic search and contextual accuracy. Together, these technologies ensure high-quality multilingual localization.</a:t>
            </a:r>
          </a:p>
        </p:txBody>
      </p:sp>
      <p:pic>
        <p:nvPicPr>
          <p:cNvPr id="111" name="Google Shape;111;p5"/>
          <p:cNvPicPr preferRelativeResize="0"/>
          <p:nvPr/>
        </p:nvPicPr>
        <p:blipFill>
          <a:blip r:embed="rId4">
            <a:alphaModFix/>
          </a:blip>
          <a:stretch>
            <a:fillRect/>
          </a:stretch>
        </p:blipFill>
        <p:spPr>
          <a:xfrm>
            <a:off x="13555400" y="152400"/>
            <a:ext cx="3612700" cy="13005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6"/>
          <p:cNvPicPr preferRelativeResize="0"/>
          <p:nvPr/>
        </p:nvPicPr>
        <p:blipFill rotWithShape="1">
          <a:blip r:embed="rId3">
            <a:alphaModFix/>
          </a:blip>
          <a:srcRect/>
          <a:stretch/>
        </p:blipFill>
        <p:spPr>
          <a:xfrm>
            <a:off x="1" y="0"/>
            <a:ext cx="18288000" cy="10287000"/>
          </a:xfrm>
          <a:prstGeom prst="rect">
            <a:avLst/>
          </a:prstGeom>
          <a:noFill/>
          <a:ln>
            <a:noFill/>
          </a:ln>
        </p:spPr>
      </p:pic>
      <p:sp>
        <p:nvSpPr>
          <p:cNvPr id="117" name="Google Shape;117;p6"/>
          <p:cNvSpPr txBox="1"/>
          <p:nvPr/>
        </p:nvSpPr>
        <p:spPr>
          <a:xfrm>
            <a:off x="677025" y="1711350"/>
            <a:ext cx="7184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 sz="3600" b="1">
                <a:solidFill>
                  <a:schemeClr val="dk1"/>
                </a:solidFill>
              </a:rPr>
              <a:t>Prototype</a:t>
            </a:r>
            <a:r>
              <a:rPr lang="en" sz="3600" b="1" i="0" u="none" strike="noStrike" cap="none">
                <a:solidFill>
                  <a:schemeClr val="dk1"/>
                </a:solidFill>
                <a:latin typeface="Arial"/>
                <a:ea typeface="Arial"/>
                <a:cs typeface="Arial"/>
                <a:sym typeface="Arial"/>
              </a:rPr>
              <a:t>:</a:t>
            </a:r>
            <a:endParaRPr sz="4000" b="1" i="0" u="none" strike="noStrike" cap="none">
              <a:solidFill>
                <a:schemeClr val="dk1"/>
              </a:solidFill>
              <a:latin typeface="Arial"/>
              <a:ea typeface="Arial"/>
              <a:cs typeface="Arial"/>
              <a:sym typeface="Arial"/>
            </a:endParaRPr>
          </a:p>
        </p:txBody>
      </p:sp>
      <p:sp>
        <p:nvSpPr>
          <p:cNvPr id="118" name="Google Shape;118;p6"/>
          <p:cNvSpPr txBox="1"/>
          <p:nvPr/>
        </p:nvSpPr>
        <p:spPr>
          <a:xfrm>
            <a:off x="677025" y="2877350"/>
            <a:ext cx="15941400" cy="3631733"/>
          </a:xfrm>
          <a:prstGeom prst="rect">
            <a:avLst/>
          </a:prstGeom>
          <a:noFill/>
          <a:ln>
            <a:noFill/>
          </a:ln>
        </p:spPr>
        <p:txBody>
          <a:bodyPr spcFirstLastPara="1" wrap="square" lIns="91425" tIns="91425" rIns="91425" bIns="91425" anchor="t" anchorCtr="0">
            <a:spAutoFit/>
          </a:bodyPr>
          <a:lstStyle/>
          <a:p>
            <a:r>
              <a:rPr lang="en-US" sz="3200"/>
              <a:t>The prototype of LinguaSkill is a web-based application that demonstrates end-to-end multilingual content processing. Users can upload text, audio, or video-based vocational training materials. Audio content is transcribed using Whisper ASR, translated using IndicTrans2, and converted into speech using Coqui TTS. The system allows learners to search and access content using FAISS-powered semantic search. The prototype ensures seamless delivery of localized training content across multiple formats while maintaining consistency and vocational accuracy.</a:t>
            </a:r>
          </a:p>
        </p:txBody>
      </p:sp>
      <p:pic>
        <p:nvPicPr>
          <p:cNvPr id="119" name="Google Shape;119;p6"/>
          <p:cNvPicPr preferRelativeResize="0"/>
          <p:nvPr/>
        </p:nvPicPr>
        <p:blipFill>
          <a:blip r:embed="rId4">
            <a:alphaModFix/>
          </a:blip>
          <a:stretch>
            <a:fillRect/>
          </a:stretch>
        </p:blipFill>
        <p:spPr>
          <a:xfrm>
            <a:off x="13555400" y="152400"/>
            <a:ext cx="3612700" cy="13005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pic>
        <p:nvPicPr>
          <p:cNvPr id="124" name="Google Shape;124;p7"/>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125" name="Google Shape;125;p7"/>
          <p:cNvSpPr txBox="1"/>
          <p:nvPr/>
        </p:nvSpPr>
        <p:spPr>
          <a:xfrm>
            <a:off x="677025" y="1711350"/>
            <a:ext cx="7184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 sz="3600" b="1" i="0" u="none" strike="noStrike" cap="none">
                <a:solidFill>
                  <a:schemeClr val="dk1"/>
                </a:solidFill>
                <a:latin typeface="Arial"/>
                <a:ea typeface="Arial"/>
                <a:cs typeface="Arial"/>
                <a:sym typeface="Arial"/>
              </a:rPr>
              <a:t>Advantages &amp; Disadvantages:</a:t>
            </a:r>
            <a:endParaRPr sz="3600" b="1" i="0" u="none" strike="noStrike" cap="none">
              <a:solidFill>
                <a:schemeClr val="dk1"/>
              </a:solidFill>
              <a:latin typeface="Arial"/>
              <a:ea typeface="Arial"/>
              <a:cs typeface="Arial"/>
              <a:sym typeface="Arial"/>
            </a:endParaRPr>
          </a:p>
        </p:txBody>
      </p:sp>
      <p:sp>
        <p:nvSpPr>
          <p:cNvPr id="126" name="Google Shape;126;p7"/>
          <p:cNvSpPr txBox="1"/>
          <p:nvPr/>
        </p:nvSpPr>
        <p:spPr>
          <a:xfrm>
            <a:off x="677025" y="2877350"/>
            <a:ext cx="13653300" cy="6063168"/>
          </a:xfrm>
          <a:prstGeom prst="rect">
            <a:avLst/>
          </a:prstGeom>
          <a:noFill/>
          <a:ln>
            <a:noFill/>
          </a:ln>
        </p:spPr>
        <p:txBody>
          <a:bodyPr spcFirstLastPara="1" wrap="square" lIns="91425" tIns="91425" rIns="91425" bIns="91425" anchor="t" anchorCtr="0">
            <a:spAutoFit/>
          </a:bodyPr>
          <a:lstStyle/>
          <a:p>
            <a:pPr marL="38100" lvl="0" algn="just">
              <a:buClr>
                <a:schemeClr val="dk1"/>
              </a:buClr>
              <a:buSzPts val="3000"/>
            </a:pPr>
            <a:r>
              <a:rPr lang="en-US" sz="3200" b="1"/>
              <a:t>Advantages:                                                </a:t>
            </a:r>
            <a:br>
              <a:rPr lang="en-US" sz="3200"/>
            </a:br>
            <a:r>
              <a:rPr lang="en-US" sz="3200"/>
              <a:t>LinguaSkill provides inclusive and accessible vocational education by supporting 22 Indian languages. It ensures accurate translation of technical and vocational terminology, reduces manual translation effort, supports text, audio, and video content, and enables voice-based learning. The platform is scalable and can be integrated with NCVET, MSDE, and existing LMS platforms.</a:t>
            </a:r>
          </a:p>
          <a:p>
            <a:pPr marL="38100" algn="just">
              <a:buClr>
                <a:schemeClr val="dk1"/>
              </a:buClr>
              <a:buSzPts val="3000"/>
            </a:pPr>
            <a:r>
              <a:rPr lang="en-US" sz="3200" b="1"/>
              <a:t>Disadvantages:</a:t>
            </a:r>
            <a:br>
              <a:rPr lang="en-US" sz="3200"/>
            </a:br>
            <a:r>
              <a:rPr lang="en-US" sz="3200"/>
              <a:t>The system requires high computational resources for AI processing and depends on stable internet connectivity. Initial deployment and maintenance costs may be high due to AI infrastructure requirements.</a:t>
            </a:r>
          </a:p>
          <a:p>
            <a:pPr marL="38100" lvl="0" algn="just">
              <a:buClr>
                <a:schemeClr val="dk1"/>
              </a:buClr>
              <a:buSzPts val="3000"/>
            </a:pPr>
            <a:endParaRPr sz="3000" b="1" i="0" u="none" strike="noStrike" cap="none">
              <a:solidFill>
                <a:schemeClr val="dk1"/>
              </a:solidFill>
              <a:latin typeface="Arial"/>
              <a:ea typeface="Arial"/>
              <a:cs typeface="Arial"/>
              <a:sym typeface="Arial"/>
            </a:endParaRPr>
          </a:p>
        </p:txBody>
      </p:sp>
      <p:pic>
        <p:nvPicPr>
          <p:cNvPr id="127" name="Google Shape;127;p7"/>
          <p:cNvPicPr preferRelativeResize="0"/>
          <p:nvPr/>
        </p:nvPicPr>
        <p:blipFill>
          <a:blip r:embed="rId4">
            <a:alphaModFix/>
          </a:blip>
          <a:stretch>
            <a:fillRect/>
          </a:stretch>
        </p:blipFill>
        <p:spPr>
          <a:xfrm>
            <a:off x="13555400" y="152400"/>
            <a:ext cx="3612700" cy="13005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pic>
        <p:nvPicPr>
          <p:cNvPr id="132" name="Google Shape;132;p8"/>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133" name="Google Shape;133;p8"/>
          <p:cNvSpPr txBox="1"/>
          <p:nvPr/>
        </p:nvSpPr>
        <p:spPr>
          <a:xfrm>
            <a:off x="677025" y="1711350"/>
            <a:ext cx="3723600" cy="738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 sz="3600" b="1" i="0" u="none" strike="noStrike" cap="none">
                <a:solidFill>
                  <a:schemeClr val="dk1"/>
                </a:solidFill>
                <a:latin typeface="Arial"/>
                <a:ea typeface="Arial"/>
                <a:cs typeface="Arial"/>
                <a:sym typeface="Arial"/>
              </a:rPr>
              <a:t>Conclusion:</a:t>
            </a:r>
            <a:endParaRPr sz="3600" b="1" i="0" u="none" strike="noStrike" cap="none">
              <a:solidFill>
                <a:schemeClr val="dk1"/>
              </a:solidFill>
              <a:latin typeface="Arial"/>
              <a:ea typeface="Arial"/>
              <a:cs typeface="Arial"/>
              <a:sym typeface="Arial"/>
            </a:endParaRPr>
          </a:p>
        </p:txBody>
      </p:sp>
      <p:sp>
        <p:nvSpPr>
          <p:cNvPr id="134" name="Google Shape;134;p8"/>
          <p:cNvSpPr txBox="1"/>
          <p:nvPr/>
        </p:nvSpPr>
        <p:spPr>
          <a:xfrm>
            <a:off x="677025" y="2877350"/>
            <a:ext cx="13653300" cy="4124176"/>
          </a:xfrm>
          <a:prstGeom prst="rect">
            <a:avLst/>
          </a:prstGeom>
          <a:noFill/>
          <a:ln>
            <a:noFill/>
          </a:ln>
        </p:spPr>
        <p:txBody>
          <a:bodyPr spcFirstLastPara="1" wrap="square" lIns="91425" tIns="91425" rIns="91425" bIns="91425" anchor="t" anchorCtr="0">
            <a:spAutoFit/>
          </a:bodyPr>
          <a:lstStyle/>
          <a:p>
            <a:pPr marL="38100" lvl="0" algn="just">
              <a:buClr>
                <a:schemeClr val="dk1"/>
              </a:buClr>
              <a:buSzPts val="3000"/>
            </a:pPr>
            <a:r>
              <a:rPr lang="en-US" sz="3200"/>
              <a:t>LinguaSkill effectively bridges the language gap in vocational education by delivering AI-powered, multilingual, and context-aware training content. By enabling learners to access skill development resources in their native languages, the platform improves comprehension, engagement, and learning outcomes. The automated approach ensures consistency, scalability, and cost efficiency in content localization. LinguaSkill supports India’s vision of inclusive skill development by empowering regional learners and strengthening the national workforce.</a:t>
            </a:r>
            <a:endParaRPr sz="3000" b="1" i="0" u="none" strike="noStrike" cap="none">
              <a:solidFill>
                <a:schemeClr val="dk1"/>
              </a:solidFill>
              <a:latin typeface="Arial"/>
              <a:ea typeface="Arial"/>
              <a:cs typeface="Arial"/>
              <a:sym typeface="Arial"/>
            </a:endParaRPr>
          </a:p>
        </p:txBody>
      </p:sp>
      <p:pic>
        <p:nvPicPr>
          <p:cNvPr id="135" name="Google Shape;135;p8"/>
          <p:cNvPicPr preferRelativeResize="0"/>
          <p:nvPr/>
        </p:nvPicPr>
        <p:blipFill>
          <a:blip r:embed="rId4">
            <a:alphaModFix/>
          </a:blip>
          <a:stretch>
            <a:fillRect/>
          </a:stretch>
        </p:blipFill>
        <p:spPr>
          <a:xfrm>
            <a:off x="13555400" y="152400"/>
            <a:ext cx="3612700" cy="13005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pic>
        <p:nvPicPr>
          <p:cNvPr id="140" name="Google Shape;140;p9"/>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141" name="Google Shape;141;p9"/>
          <p:cNvSpPr txBox="1"/>
          <p:nvPr/>
        </p:nvSpPr>
        <p:spPr>
          <a:xfrm>
            <a:off x="677025" y="1711350"/>
            <a:ext cx="5077800" cy="738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 sz="3600" b="1" i="0" u="none" strike="noStrike" cap="none">
                <a:solidFill>
                  <a:schemeClr val="dk1"/>
                </a:solidFill>
                <a:latin typeface="Arial"/>
                <a:ea typeface="Arial"/>
                <a:cs typeface="Arial"/>
                <a:sym typeface="Arial"/>
              </a:rPr>
              <a:t>References:</a:t>
            </a:r>
            <a:endParaRPr sz="3600" b="1" i="0" u="none" strike="noStrike" cap="none">
              <a:solidFill>
                <a:schemeClr val="dk1"/>
              </a:solidFill>
              <a:latin typeface="Arial"/>
              <a:ea typeface="Arial"/>
              <a:cs typeface="Arial"/>
              <a:sym typeface="Arial"/>
            </a:endParaRPr>
          </a:p>
        </p:txBody>
      </p:sp>
      <p:sp>
        <p:nvSpPr>
          <p:cNvPr id="142" name="Google Shape;142;p9"/>
          <p:cNvSpPr txBox="1"/>
          <p:nvPr/>
        </p:nvSpPr>
        <p:spPr>
          <a:xfrm>
            <a:off x="1146581" y="2450250"/>
            <a:ext cx="13653300" cy="7571273"/>
          </a:xfrm>
          <a:prstGeom prst="rect">
            <a:avLst/>
          </a:prstGeom>
          <a:noFill/>
          <a:ln>
            <a:noFill/>
          </a:ln>
        </p:spPr>
        <p:txBody>
          <a:bodyPr spcFirstLastPara="1" wrap="square" lIns="91425" tIns="91425" rIns="91425" bIns="91425" anchor="t" anchorCtr="0">
            <a:spAutoFit/>
          </a:bodyPr>
          <a:lstStyle/>
          <a:p>
            <a:r>
              <a:rPr lang="en-IN" sz="3200"/>
              <a:t>[1] Ministry of Skill Development and Entrepreneurship (MSDE), Government of India, </a:t>
            </a:r>
            <a:r>
              <a:rPr lang="en-IN" sz="3200" i="1"/>
              <a:t>Skill India Mission</a:t>
            </a:r>
            <a:r>
              <a:rPr lang="en-IN" sz="3200"/>
              <a:t>, New Delhi, India.</a:t>
            </a:r>
          </a:p>
          <a:p>
            <a:endParaRPr lang="en-IN" sz="3200"/>
          </a:p>
          <a:p>
            <a:r>
              <a:rPr lang="en-IN" sz="3200"/>
              <a:t>[2] National Council for Vocational Education and Training (NCVET), Government of India, </a:t>
            </a:r>
            <a:r>
              <a:rPr lang="en-IN" sz="3200" i="1"/>
              <a:t>Vocational Education and Training Framework</a:t>
            </a:r>
            <a:r>
              <a:rPr lang="en-IN" sz="3200"/>
              <a:t>, New Delhi, India.</a:t>
            </a:r>
          </a:p>
          <a:p>
            <a:endParaRPr lang="en-IN" sz="3200"/>
          </a:p>
          <a:p>
            <a:r>
              <a:rPr lang="en-IN" sz="3200"/>
              <a:t>[3] A. Radford </a:t>
            </a:r>
            <a:r>
              <a:rPr lang="en-IN" sz="3200" i="1"/>
              <a:t>et al.</a:t>
            </a:r>
            <a:r>
              <a:rPr lang="en-IN" sz="3200"/>
              <a:t>, “Whisper: Robust Speech Recognition via Large-Scale Weak Supervision,” OpenAI, 2022.</a:t>
            </a:r>
          </a:p>
          <a:p>
            <a:endParaRPr lang="en-IN" sz="3200"/>
          </a:p>
          <a:p>
            <a:r>
              <a:rPr lang="en-IN" sz="3200"/>
              <a:t>[4] AI4Bharat, “IndicTrans2: An Open-Source Multilingual Neural Machine Translation Model for Indian Languages,” 2023.</a:t>
            </a:r>
          </a:p>
          <a:p>
            <a:endParaRPr lang="en-IN" sz="3200"/>
          </a:p>
          <a:p>
            <a:r>
              <a:rPr lang="en-IN" sz="3200"/>
              <a:t>[5] J. Johnson, M. Douze, and H. Jégou, “FAISS: A Library for Efficient Similarity Search and Clustering of Dense Vectors,” </a:t>
            </a:r>
            <a:r>
              <a:rPr lang="en-IN" sz="3200" i="1"/>
              <a:t>IEEE</a:t>
            </a:r>
            <a:r>
              <a:rPr lang="en-IN" sz="3200"/>
              <a:t>, 2019.</a:t>
            </a:r>
          </a:p>
        </p:txBody>
      </p:sp>
      <p:pic>
        <p:nvPicPr>
          <p:cNvPr id="143" name="Google Shape;143;p9"/>
          <p:cNvPicPr preferRelativeResize="0"/>
          <p:nvPr/>
        </p:nvPicPr>
        <p:blipFill>
          <a:blip r:embed="rId4">
            <a:alphaModFix/>
          </a:blip>
          <a:stretch>
            <a:fillRect/>
          </a:stretch>
        </p:blipFill>
        <p:spPr>
          <a:xfrm>
            <a:off x="13555400" y="152400"/>
            <a:ext cx="3612700" cy="13005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pic>
        <p:nvPicPr>
          <p:cNvPr id="148" name="Google Shape;148;p10"/>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149" name="Google Shape;149;p10"/>
          <p:cNvSpPr txBox="1"/>
          <p:nvPr/>
        </p:nvSpPr>
        <p:spPr>
          <a:xfrm>
            <a:off x="3253475" y="4312350"/>
            <a:ext cx="6789000" cy="1723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0"/>
              <a:buFont typeface="Arial"/>
              <a:buNone/>
            </a:pPr>
            <a:r>
              <a:rPr lang="en" sz="10000" b="1" i="0" u="none" strike="noStrike" cap="none">
                <a:solidFill>
                  <a:srgbClr val="00425D"/>
                </a:solidFill>
                <a:latin typeface="Arial"/>
                <a:ea typeface="Arial"/>
                <a:cs typeface="Arial"/>
                <a:sym typeface="Arial"/>
              </a:rPr>
              <a:t>Thank You</a:t>
            </a:r>
            <a:endParaRPr sz="100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TotalTime>
  <Words>882</Words>
  <Application>Microsoft Office PowerPoint</Application>
  <PresentationFormat>Custom</PresentationFormat>
  <Paragraphs>39</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Montserrat Medium</vt:lpstr>
      <vt:lpstr>Montserrat SemiBold</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DHANUSH RA</cp:lastModifiedBy>
  <cp:revision>1</cp:revision>
  <dcterms:modified xsi:type="dcterms:W3CDTF">2026-01-25T06:29:53Z</dcterms:modified>
</cp:coreProperties>
</file>